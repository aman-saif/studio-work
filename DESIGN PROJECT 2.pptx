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2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EAADB2-9A3A-4DAA-951A-8951B22A7F74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72AAB62-2050-409D-9325-19A3A7EAC876}">
      <dgm:prSet/>
      <dgm:spPr/>
      <dgm:t>
        <a:bodyPr/>
        <a:lstStyle/>
        <a:p>
          <a:r>
            <a:rPr lang="en-US"/>
            <a:t>Study the techniques of Edvard munch.</a:t>
          </a:r>
        </a:p>
      </dgm:t>
    </dgm:pt>
    <dgm:pt modelId="{58276815-188F-4A70-A59A-4125CE698535}" type="parTrans" cxnId="{BC2AF0E0-2586-46FD-BEA8-89E4BA7FF7AE}">
      <dgm:prSet/>
      <dgm:spPr/>
      <dgm:t>
        <a:bodyPr/>
        <a:lstStyle/>
        <a:p>
          <a:endParaRPr lang="en-US"/>
        </a:p>
      </dgm:t>
    </dgm:pt>
    <dgm:pt modelId="{C224CC84-05C5-432A-BAAA-66B2FF00B3A7}" type="sibTrans" cxnId="{BC2AF0E0-2586-46FD-BEA8-89E4BA7FF7A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87BEC97-4BB7-4D7F-A0B0-223CB221FBE4}">
      <dgm:prSet/>
      <dgm:spPr/>
      <dgm:t>
        <a:bodyPr/>
        <a:lstStyle/>
        <a:p>
          <a:r>
            <a:rPr lang="en-US"/>
            <a:t>Reproduce the painting “the scream”.</a:t>
          </a:r>
        </a:p>
      </dgm:t>
    </dgm:pt>
    <dgm:pt modelId="{46741B84-F26D-4628-BE45-939F890AB596}" type="parTrans" cxnId="{F8DC23DF-96A3-4F3C-ABBD-5C6128EB66D0}">
      <dgm:prSet/>
      <dgm:spPr/>
      <dgm:t>
        <a:bodyPr/>
        <a:lstStyle/>
        <a:p>
          <a:endParaRPr lang="en-US"/>
        </a:p>
      </dgm:t>
    </dgm:pt>
    <dgm:pt modelId="{FB95CD12-104B-4648-ACF8-2259F1C2CBB8}" type="sibTrans" cxnId="{F8DC23DF-96A3-4F3C-ABBD-5C6128EB66D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63D670C-4E26-447C-961D-8949B778AAC4}">
      <dgm:prSet/>
      <dgm:spPr/>
      <dgm:t>
        <a:bodyPr/>
        <a:lstStyle/>
        <a:p>
          <a:r>
            <a:rPr lang="en-US"/>
            <a:t>Crate an expressionist painting of the university gate.</a:t>
          </a:r>
        </a:p>
      </dgm:t>
    </dgm:pt>
    <dgm:pt modelId="{F1A80CE3-5A50-4911-84A9-8357728932E9}" type="parTrans" cxnId="{923F848F-589A-480F-953A-5E5EA171CCBE}">
      <dgm:prSet/>
      <dgm:spPr/>
      <dgm:t>
        <a:bodyPr/>
        <a:lstStyle/>
        <a:p>
          <a:endParaRPr lang="en-US"/>
        </a:p>
      </dgm:t>
    </dgm:pt>
    <dgm:pt modelId="{25807ED3-1F54-4331-AC17-B31E1DC9C485}" type="sibTrans" cxnId="{923F848F-589A-480F-953A-5E5EA171CCB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0D762391-C4B2-4FDA-AB9F-CD826CAD4774}">
      <dgm:prSet/>
      <dgm:spPr/>
      <dgm:t>
        <a:bodyPr/>
        <a:lstStyle/>
        <a:p>
          <a:r>
            <a:rPr lang="en-US"/>
            <a:t>Develop section cuts of space inspired by painter.</a:t>
          </a:r>
        </a:p>
      </dgm:t>
    </dgm:pt>
    <dgm:pt modelId="{048DA9E0-734C-4798-BD37-999BAEDEE68C}" type="parTrans" cxnId="{21EF54FF-02B9-4393-998C-B3E26E1B007F}">
      <dgm:prSet/>
      <dgm:spPr/>
      <dgm:t>
        <a:bodyPr/>
        <a:lstStyle/>
        <a:p>
          <a:endParaRPr lang="en-US"/>
        </a:p>
      </dgm:t>
    </dgm:pt>
    <dgm:pt modelId="{F908F5B0-EDD9-4924-9BA1-FD9D779CB996}" type="sibTrans" cxnId="{21EF54FF-02B9-4393-998C-B3E26E1B007F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55B92EBF-8521-43B7-829B-1AABF4D0E43D}">
      <dgm:prSet/>
      <dgm:spPr/>
      <dgm:t>
        <a:bodyPr/>
        <a:lstStyle/>
        <a:p>
          <a:r>
            <a:rPr lang="en-US"/>
            <a:t>Build a conceptual house model.</a:t>
          </a:r>
        </a:p>
      </dgm:t>
    </dgm:pt>
    <dgm:pt modelId="{7367736F-CEA8-43FB-A264-2104B114BEE5}" type="parTrans" cxnId="{082F4DCE-5059-4B4B-AA2A-0F380FD4A9E0}">
      <dgm:prSet/>
      <dgm:spPr/>
      <dgm:t>
        <a:bodyPr/>
        <a:lstStyle/>
        <a:p>
          <a:endParaRPr lang="en-US"/>
        </a:p>
      </dgm:t>
    </dgm:pt>
    <dgm:pt modelId="{2445CB0B-6B12-46C5-80A0-7CE7802BC6D3}" type="sibTrans" cxnId="{082F4DCE-5059-4B4B-AA2A-0F380FD4A9E0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2563EB6E-28AE-472B-83A8-FA93DE82599C}" type="pres">
      <dgm:prSet presAssocID="{BBEAADB2-9A3A-4DAA-951A-8951B22A7F74}" presName="Name0" presStyleCnt="0">
        <dgm:presLayoutVars>
          <dgm:animLvl val="lvl"/>
          <dgm:resizeHandles val="exact"/>
        </dgm:presLayoutVars>
      </dgm:prSet>
      <dgm:spPr/>
    </dgm:pt>
    <dgm:pt modelId="{BB7CFE89-3BB5-4CE0-8793-233505555A4F}" type="pres">
      <dgm:prSet presAssocID="{C72AAB62-2050-409D-9325-19A3A7EAC876}" presName="compositeNode" presStyleCnt="0">
        <dgm:presLayoutVars>
          <dgm:bulletEnabled val="1"/>
        </dgm:presLayoutVars>
      </dgm:prSet>
      <dgm:spPr/>
    </dgm:pt>
    <dgm:pt modelId="{B682BE8B-3AAD-45AE-A0B6-9FC0D0849D2D}" type="pres">
      <dgm:prSet presAssocID="{C72AAB62-2050-409D-9325-19A3A7EAC876}" presName="bgRect" presStyleLbl="bgAccFollowNode1" presStyleIdx="0" presStyleCnt="5"/>
      <dgm:spPr/>
    </dgm:pt>
    <dgm:pt modelId="{9A39C461-591E-49FE-8016-6B363F86169D}" type="pres">
      <dgm:prSet presAssocID="{C224CC84-05C5-432A-BAAA-66B2FF00B3A7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8737D893-AE37-4BD7-9EC1-10B8267EE09B}" type="pres">
      <dgm:prSet presAssocID="{C72AAB62-2050-409D-9325-19A3A7EAC876}" presName="bottomLine" presStyleLbl="alignNode1" presStyleIdx="1" presStyleCnt="10">
        <dgm:presLayoutVars/>
      </dgm:prSet>
      <dgm:spPr/>
    </dgm:pt>
    <dgm:pt modelId="{1C254F5F-7912-487F-8E13-C066F8F0A41A}" type="pres">
      <dgm:prSet presAssocID="{C72AAB62-2050-409D-9325-19A3A7EAC876}" presName="nodeText" presStyleLbl="bgAccFollowNode1" presStyleIdx="0" presStyleCnt="5">
        <dgm:presLayoutVars>
          <dgm:bulletEnabled val="1"/>
        </dgm:presLayoutVars>
      </dgm:prSet>
      <dgm:spPr/>
    </dgm:pt>
    <dgm:pt modelId="{2272293B-85BE-4110-814A-A324FC81B150}" type="pres">
      <dgm:prSet presAssocID="{C224CC84-05C5-432A-BAAA-66B2FF00B3A7}" presName="sibTrans" presStyleCnt="0"/>
      <dgm:spPr/>
    </dgm:pt>
    <dgm:pt modelId="{79692E37-C8F9-40DE-AE6A-F7A1108F7A44}" type="pres">
      <dgm:prSet presAssocID="{F87BEC97-4BB7-4D7F-A0B0-223CB221FBE4}" presName="compositeNode" presStyleCnt="0">
        <dgm:presLayoutVars>
          <dgm:bulletEnabled val="1"/>
        </dgm:presLayoutVars>
      </dgm:prSet>
      <dgm:spPr/>
    </dgm:pt>
    <dgm:pt modelId="{4524D986-D9BD-4357-9E9D-D404F95CDBA1}" type="pres">
      <dgm:prSet presAssocID="{F87BEC97-4BB7-4D7F-A0B0-223CB221FBE4}" presName="bgRect" presStyleLbl="bgAccFollowNode1" presStyleIdx="1" presStyleCnt="5"/>
      <dgm:spPr/>
    </dgm:pt>
    <dgm:pt modelId="{C58D5D61-31FB-403E-A435-822A38688866}" type="pres">
      <dgm:prSet presAssocID="{FB95CD12-104B-4648-ACF8-2259F1C2CBB8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40311D1E-FCC5-4DE5-89AB-E657153B08DC}" type="pres">
      <dgm:prSet presAssocID="{F87BEC97-4BB7-4D7F-A0B0-223CB221FBE4}" presName="bottomLine" presStyleLbl="alignNode1" presStyleIdx="3" presStyleCnt="10">
        <dgm:presLayoutVars/>
      </dgm:prSet>
      <dgm:spPr/>
    </dgm:pt>
    <dgm:pt modelId="{3D37DB76-BFE9-4625-8FB3-338B09219565}" type="pres">
      <dgm:prSet presAssocID="{F87BEC97-4BB7-4D7F-A0B0-223CB221FBE4}" presName="nodeText" presStyleLbl="bgAccFollowNode1" presStyleIdx="1" presStyleCnt="5">
        <dgm:presLayoutVars>
          <dgm:bulletEnabled val="1"/>
        </dgm:presLayoutVars>
      </dgm:prSet>
      <dgm:spPr/>
    </dgm:pt>
    <dgm:pt modelId="{21EF45F6-A616-4898-9713-DA227BA9C34A}" type="pres">
      <dgm:prSet presAssocID="{FB95CD12-104B-4648-ACF8-2259F1C2CBB8}" presName="sibTrans" presStyleCnt="0"/>
      <dgm:spPr/>
    </dgm:pt>
    <dgm:pt modelId="{933E5726-576F-41E6-815B-D0148F7642FF}" type="pres">
      <dgm:prSet presAssocID="{163D670C-4E26-447C-961D-8949B778AAC4}" presName="compositeNode" presStyleCnt="0">
        <dgm:presLayoutVars>
          <dgm:bulletEnabled val="1"/>
        </dgm:presLayoutVars>
      </dgm:prSet>
      <dgm:spPr/>
    </dgm:pt>
    <dgm:pt modelId="{11BB7937-9BA9-4D66-BB0B-F471C5B83F5F}" type="pres">
      <dgm:prSet presAssocID="{163D670C-4E26-447C-961D-8949B778AAC4}" presName="bgRect" presStyleLbl="bgAccFollowNode1" presStyleIdx="2" presStyleCnt="5"/>
      <dgm:spPr/>
    </dgm:pt>
    <dgm:pt modelId="{853795FF-FBBC-4AC8-B0F0-9B9E065CBE67}" type="pres">
      <dgm:prSet presAssocID="{25807ED3-1F54-4331-AC17-B31E1DC9C485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D7A13099-A7C8-4432-9964-A47F3A78A277}" type="pres">
      <dgm:prSet presAssocID="{163D670C-4E26-447C-961D-8949B778AAC4}" presName="bottomLine" presStyleLbl="alignNode1" presStyleIdx="5" presStyleCnt="10">
        <dgm:presLayoutVars/>
      </dgm:prSet>
      <dgm:spPr/>
    </dgm:pt>
    <dgm:pt modelId="{FD009F8E-0D85-4530-88FE-3A6DE27B8F50}" type="pres">
      <dgm:prSet presAssocID="{163D670C-4E26-447C-961D-8949B778AAC4}" presName="nodeText" presStyleLbl="bgAccFollowNode1" presStyleIdx="2" presStyleCnt="5">
        <dgm:presLayoutVars>
          <dgm:bulletEnabled val="1"/>
        </dgm:presLayoutVars>
      </dgm:prSet>
      <dgm:spPr/>
    </dgm:pt>
    <dgm:pt modelId="{12AD3B00-2F56-4FEA-AA1A-D242F17A828F}" type="pres">
      <dgm:prSet presAssocID="{25807ED3-1F54-4331-AC17-B31E1DC9C485}" presName="sibTrans" presStyleCnt="0"/>
      <dgm:spPr/>
    </dgm:pt>
    <dgm:pt modelId="{40662027-99DD-46A2-9F83-30048C8E117D}" type="pres">
      <dgm:prSet presAssocID="{0D762391-C4B2-4FDA-AB9F-CD826CAD4774}" presName="compositeNode" presStyleCnt="0">
        <dgm:presLayoutVars>
          <dgm:bulletEnabled val="1"/>
        </dgm:presLayoutVars>
      </dgm:prSet>
      <dgm:spPr/>
    </dgm:pt>
    <dgm:pt modelId="{B1DEFE0E-363D-44ED-956E-75A2DAA3F4EB}" type="pres">
      <dgm:prSet presAssocID="{0D762391-C4B2-4FDA-AB9F-CD826CAD4774}" presName="bgRect" presStyleLbl="bgAccFollowNode1" presStyleIdx="3" presStyleCnt="5"/>
      <dgm:spPr/>
    </dgm:pt>
    <dgm:pt modelId="{FAC8FCBB-C50D-4EC6-885D-1225860943C8}" type="pres">
      <dgm:prSet presAssocID="{F908F5B0-EDD9-4924-9BA1-FD9D779CB996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9B168269-711F-446D-81B9-CBDF04D0FAA7}" type="pres">
      <dgm:prSet presAssocID="{0D762391-C4B2-4FDA-AB9F-CD826CAD4774}" presName="bottomLine" presStyleLbl="alignNode1" presStyleIdx="7" presStyleCnt="10">
        <dgm:presLayoutVars/>
      </dgm:prSet>
      <dgm:spPr/>
    </dgm:pt>
    <dgm:pt modelId="{FE4F6E31-3176-42D4-A8D3-8350CB7758FF}" type="pres">
      <dgm:prSet presAssocID="{0D762391-C4B2-4FDA-AB9F-CD826CAD4774}" presName="nodeText" presStyleLbl="bgAccFollowNode1" presStyleIdx="3" presStyleCnt="5">
        <dgm:presLayoutVars>
          <dgm:bulletEnabled val="1"/>
        </dgm:presLayoutVars>
      </dgm:prSet>
      <dgm:spPr/>
    </dgm:pt>
    <dgm:pt modelId="{A63C5A4E-F784-41D3-B528-E312ADE5A39D}" type="pres">
      <dgm:prSet presAssocID="{F908F5B0-EDD9-4924-9BA1-FD9D779CB996}" presName="sibTrans" presStyleCnt="0"/>
      <dgm:spPr/>
    </dgm:pt>
    <dgm:pt modelId="{749FC064-D8A6-4E62-A44A-46323FC83CC9}" type="pres">
      <dgm:prSet presAssocID="{55B92EBF-8521-43B7-829B-1AABF4D0E43D}" presName="compositeNode" presStyleCnt="0">
        <dgm:presLayoutVars>
          <dgm:bulletEnabled val="1"/>
        </dgm:presLayoutVars>
      </dgm:prSet>
      <dgm:spPr/>
    </dgm:pt>
    <dgm:pt modelId="{3AAB0CAD-D392-42DC-940D-2D7BCE5E4744}" type="pres">
      <dgm:prSet presAssocID="{55B92EBF-8521-43B7-829B-1AABF4D0E43D}" presName="bgRect" presStyleLbl="bgAccFollowNode1" presStyleIdx="4" presStyleCnt="5"/>
      <dgm:spPr/>
    </dgm:pt>
    <dgm:pt modelId="{015CBC70-04FD-419B-8238-3FFFF0A637FE}" type="pres">
      <dgm:prSet presAssocID="{2445CB0B-6B12-46C5-80A0-7CE7802BC6D3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1435D935-26ED-44A9-A66F-DA9F936711EF}" type="pres">
      <dgm:prSet presAssocID="{55B92EBF-8521-43B7-829B-1AABF4D0E43D}" presName="bottomLine" presStyleLbl="alignNode1" presStyleIdx="9" presStyleCnt="10">
        <dgm:presLayoutVars/>
      </dgm:prSet>
      <dgm:spPr/>
    </dgm:pt>
    <dgm:pt modelId="{2FEC8C0F-3C01-4698-928C-330AD2CAF430}" type="pres">
      <dgm:prSet presAssocID="{55B92EBF-8521-43B7-829B-1AABF4D0E43D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74377601-63F6-4E19-BD26-68FA0D0D5356}" type="presOf" srcId="{2445CB0B-6B12-46C5-80A0-7CE7802BC6D3}" destId="{015CBC70-04FD-419B-8238-3FFFF0A637FE}" srcOrd="0" destOrd="0" presId="urn:microsoft.com/office/officeart/2016/7/layout/BasicLinearProcessNumbered"/>
    <dgm:cxn modelId="{5F26600C-CFD0-468B-9BCC-8B6E4592B164}" type="presOf" srcId="{55B92EBF-8521-43B7-829B-1AABF4D0E43D}" destId="{3AAB0CAD-D392-42DC-940D-2D7BCE5E4744}" srcOrd="0" destOrd="0" presId="urn:microsoft.com/office/officeart/2016/7/layout/BasicLinearProcessNumbered"/>
    <dgm:cxn modelId="{D877E624-E322-4501-A112-65255A1B74B2}" type="presOf" srcId="{F87BEC97-4BB7-4D7F-A0B0-223CB221FBE4}" destId="{3D37DB76-BFE9-4625-8FB3-338B09219565}" srcOrd="1" destOrd="0" presId="urn:microsoft.com/office/officeart/2016/7/layout/BasicLinearProcessNumbered"/>
    <dgm:cxn modelId="{85547533-7AF8-4831-AAAA-75C8F8DD0FD6}" type="presOf" srcId="{25807ED3-1F54-4331-AC17-B31E1DC9C485}" destId="{853795FF-FBBC-4AC8-B0F0-9B9E065CBE67}" srcOrd="0" destOrd="0" presId="urn:microsoft.com/office/officeart/2016/7/layout/BasicLinearProcessNumbered"/>
    <dgm:cxn modelId="{ACB65B34-2C81-4A7A-89BC-FC6463D37C69}" type="presOf" srcId="{163D670C-4E26-447C-961D-8949B778AAC4}" destId="{11BB7937-9BA9-4D66-BB0B-F471C5B83F5F}" srcOrd="0" destOrd="0" presId="urn:microsoft.com/office/officeart/2016/7/layout/BasicLinearProcessNumbered"/>
    <dgm:cxn modelId="{7651A55C-6984-4F12-9F00-A3736CA6FC57}" type="presOf" srcId="{F908F5B0-EDD9-4924-9BA1-FD9D779CB996}" destId="{FAC8FCBB-C50D-4EC6-885D-1225860943C8}" srcOrd="0" destOrd="0" presId="urn:microsoft.com/office/officeart/2016/7/layout/BasicLinearProcessNumbered"/>
    <dgm:cxn modelId="{7D9ACA64-4B13-4E08-81F7-3717ACD10AAE}" type="presOf" srcId="{F87BEC97-4BB7-4D7F-A0B0-223CB221FBE4}" destId="{4524D986-D9BD-4357-9E9D-D404F95CDBA1}" srcOrd="0" destOrd="0" presId="urn:microsoft.com/office/officeart/2016/7/layout/BasicLinearProcessNumbered"/>
    <dgm:cxn modelId="{01DE7558-94AE-46E4-908E-634986EFD01C}" type="presOf" srcId="{C224CC84-05C5-432A-BAAA-66B2FF00B3A7}" destId="{9A39C461-591E-49FE-8016-6B363F86169D}" srcOrd="0" destOrd="0" presId="urn:microsoft.com/office/officeart/2016/7/layout/BasicLinearProcessNumbered"/>
    <dgm:cxn modelId="{8FFC6F80-FA6D-4809-A3C3-EFBFF7F4F7B0}" type="presOf" srcId="{163D670C-4E26-447C-961D-8949B778AAC4}" destId="{FD009F8E-0D85-4530-88FE-3A6DE27B8F50}" srcOrd="1" destOrd="0" presId="urn:microsoft.com/office/officeart/2016/7/layout/BasicLinearProcessNumbered"/>
    <dgm:cxn modelId="{8A782E8F-191E-4966-A68B-7FCC60E2F050}" type="presOf" srcId="{FB95CD12-104B-4648-ACF8-2259F1C2CBB8}" destId="{C58D5D61-31FB-403E-A435-822A38688866}" srcOrd="0" destOrd="0" presId="urn:microsoft.com/office/officeart/2016/7/layout/BasicLinearProcessNumbered"/>
    <dgm:cxn modelId="{923F848F-589A-480F-953A-5E5EA171CCBE}" srcId="{BBEAADB2-9A3A-4DAA-951A-8951B22A7F74}" destId="{163D670C-4E26-447C-961D-8949B778AAC4}" srcOrd="2" destOrd="0" parTransId="{F1A80CE3-5A50-4911-84A9-8357728932E9}" sibTransId="{25807ED3-1F54-4331-AC17-B31E1DC9C485}"/>
    <dgm:cxn modelId="{C8538499-B16E-477B-9F4B-F36558F8B5C1}" type="presOf" srcId="{C72AAB62-2050-409D-9325-19A3A7EAC876}" destId="{B682BE8B-3AAD-45AE-A0B6-9FC0D0849D2D}" srcOrd="0" destOrd="0" presId="urn:microsoft.com/office/officeart/2016/7/layout/BasicLinearProcessNumbered"/>
    <dgm:cxn modelId="{09D429A4-B151-46A7-A1AB-D3BB07C7FBC6}" type="presOf" srcId="{C72AAB62-2050-409D-9325-19A3A7EAC876}" destId="{1C254F5F-7912-487F-8E13-C066F8F0A41A}" srcOrd="1" destOrd="0" presId="urn:microsoft.com/office/officeart/2016/7/layout/BasicLinearProcessNumbered"/>
    <dgm:cxn modelId="{0FB86FB2-B7F8-4BAD-9D28-5A17A88F2A14}" type="presOf" srcId="{0D762391-C4B2-4FDA-AB9F-CD826CAD4774}" destId="{FE4F6E31-3176-42D4-A8D3-8350CB7758FF}" srcOrd="1" destOrd="0" presId="urn:microsoft.com/office/officeart/2016/7/layout/BasicLinearProcessNumbered"/>
    <dgm:cxn modelId="{78A99DBF-07D9-4935-A023-DA4A4927F943}" type="presOf" srcId="{55B92EBF-8521-43B7-829B-1AABF4D0E43D}" destId="{2FEC8C0F-3C01-4698-928C-330AD2CAF430}" srcOrd="1" destOrd="0" presId="urn:microsoft.com/office/officeart/2016/7/layout/BasicLinearProcessNumbered"/>
    <dgm:cxn modelId="{082F4DCE-5059-4B4B-AA2A-0F380FD4A9E0}" srcId="{BBEAADB2-9A3A-4DAA-951A-8951B22A7F74}" destId="{55B92EBF-8521-43B7-829B-1AABF4D0E43D}" srcOrd="4" destOrd="0" parTransId="{7367736F-CEA8-43FB-A264-2104B114BEE5}" sibTransId="{2445CB0B-6B12-46C5-80A0-7CE7802BC6D3}"/>
    <dgm:cxn modelId="{2A4CE4D2-7A62-4693-BA12-312275BCA55B}" type="presOf" srcId="{BBEAADB2-9A3A-4DAA-951A-8951B22A7F74}" destId="{2563EB6E-28AE-472B-83A8-FA93DE82599C}" srcOrd="0" destOrd="0" presId="urn:microsoft.com/office/officeart/2016/7/layout/BasicLinearProcessNumbered"/>
    <dgm:cxn modelId="{F8DC23DF-96A3-4F3C-ABBD-5C6128EB66D0}" srcId="{BBEAADB2-9A3A-4DAA-951A-8951B22A7F74}" destId="{F87BEC97-4BB7-4D7F-A0B0-223CB221FBE4}" srcOrd="1" destOrd="0" parTransId="{46741B84-F26D-4628-BE45-939F890AB596}" sibTransId="{FB95CD12-104B-4648-ACF8-2259F1C2CBB8}"/>
    <dgm:cxn modelId="{BC2AF0E0-2586-46FD-BEA8-89E4BA7FF7AE}" srcId="{BBEAADB2-9A3A-4DAA-951A-8951B22A7F74}" destId="{C72AAB62-2050-409D-9325-19A3A7EAC876}" srcOrd="0" destOrd="0" parTransId="{58276815-188F-4A70-A59A-4125CE698535}" sibTransId="{C224CC84-05C5-432A-BAAA-66B2FF00B3A7}"/>
    <dgm:cxn modelId="{472B31FD-F9D5-4CFC-B88E-0CD936FEDD17}" type="presOf" srcId="{0D762391-C4B2-4FDA-AB9F-CD826CAD4774}" destId="{B1DEFE0E-363D-44ED-956E-75A2DAA3F4EB}" srcOrd="0" destOrd="0" presId="urn:microsoft.com/office/officeart/2016/7/layout/BasicLinearProcessNumbered"/>
    <dgm:cxn modelId="{21EF54FF-02B9-4393-998C-B3E26E1B007F}" srcId="{BBEAADB2-9A3A-4DAA-951A-8951B22A7F74}" destId="{0D762391-C4B2-4FDA-AB9F-CD826CAD4774}" srcOrd="3" destOrd="0" parTransId="{048DA9E0-734C-4798-BD37-999BAEDEE68C}" sibTransId="{F908F5B0-EDD9-4924-9BA1-FD9D779CB996}"/>
    <dgm:cxn modelId="{897DE7D1-99BA-476B-A29F-2B0CFE6C35DE}" type="presParOf" srcId="{2563EB6E-28AE-472B-83A8-FA93DE82599C}" destId="{BB7CFE89-3BB5-4CE0-8793-233505555A4F}" srcOrd="0" destOrd="0" presId="urn:microsoft.com/office/officeart/2016/7/layout/BasicLinearProcessNumbered"/>
    <dgm:cxn modelId="{3AB0628B-E1F2-4B8D-B868-82C1C886B28D}" type="presParOf" srcId="{BB7CFE89-3BB5-4CE0-8793-233505555A4F}" destId="{B682BE8B-3AAD-45AE-A0B6-9FC0D0849D2D}" srcOrd="0" destOrd="0" presId="urn:microsoft.com/office/officeart/2016/7/layout/BasicLinearProcessNumbered"/>
    <dgm:cxn modelId="{34C6672A-35C9-4EBF-AD3E-0BC521B474E0}" type="presParOf" srcId="{BB7CFE89-3BB5-4CE0-8793-233505555A4F}" destId="{9A39C461-591E-49FE-8016-6B363F86169D}" srcOrd="1" destOrd="0" presId="urn:microsoft.com/office/officeart/2016/7/layout/BasicLinearProcessNumbered"/>
    <dgm:cxn modelId="{092BDB96-CF40-4954-B971-5F0FBEB478CC}" type="presParOf" srcId="{BB7CFE89-3BB5-4CE0-8793-233505555A4F}" destId="{8737D893-AE37-4BD7-9EC1-10B8267EE09B}" srcOrd="2" destOrd="0" presId="urn:microsoft.com/office/officeart/2016/7/layout/BasicLinearProcessNumbered"/>
    <dgm:cxn modelId="{65BE03A1-1324-4578-BDD6-C9E750C9401C}" type="presParOf" srcId="{BB7CFE89-3BB5-4CE0-8793-233505555A4F}" destId="{1C254F5F-7912-487F-8E13-C066F8F0A41A}" srcOrd="3" destOrd="0" presId="urn:microsoft.com/office/officeart/2016/7/layout/BasicLinearProcessNumbered"/>
    <dgm:cxn modelId="{4C544140-08E0-4690-A93C-A0C8F04BDB4A}" type="presParOf" srcId="{2563EB6E-28AE-472B-83A8-FA93DE82599C}" destId="{2272293B-85BE-4110-814A-A324FC81B150}" srcOrd="1" destOrd="0" presId="urn:microsoft.com/office/officeart/2016/7/layout/BasicLinearProcessNumbered"/>
    <dgm:cxn modelId="{AC21A04B-1D15-4817-AF47-24663D41B87B}" type="presParOf" srcId="{2563EB6E-28AE-472B-83A8-FA93DE82599C}" destId="{79692E37-C8F9-40DE-AE6A-F7A1108F7A44}" srcOrd="2" destOrd="0" presId="urn:microsoft.com/office/officeart/2016/7/layout/BasicLinearProcessNumbered"/>
    <dgm:cxn modelId="{A8E5FEE0-F3BF-49E9-8054-FCAA9A7C011C}" type="presParOf" srcId="{79692E37-C8F9-40DE-AE6A-F7A1108F7A44}" destId="{4524D986-D9BD-4357-9E9D-D404F95CDBA1}" srcOrd="0" destOrd="0" presId="urn:microsoft.com/office/officeart/2016/7/layout/BasicLinearProcessNumbered"/>
    <dgm:cxn modelId="{CA4CBF6B-0353-4658-B02B-7A3863C64CF3}" type="presParOf" srcId="{79692E37-C8F9-40DE-AE6A-F7A1108F7A44}" destId="{C58D5D61-31FB-403E-A435-822A38688866}" srcOrd="1" destOrd="0" presId="urn:microsoft.com/office/officeart/2016/7/layout/BasicLinearProcessNumbered"/>
    <dgm:cxn modelId="{A86DEBE0-E5F7-479A-86B4-EA16719928CE}" type="presParOf" srcId="{79692E37-C8F9-40DE-AE6A-F7A1108F7A44}" destId="{40311D1E-FCC5-4DE5-89AB-E657153B08DC}" srcOrd="2" destOrd="0" presId="urn:microsoft.com/office/officeart/2016/7/layout/BasicLinearProcessNumbered"/>
    <dgm:cxn modelId="{C69817DC-DFDB-4B99-AF06-61ABB5AB0AAE}" type="presParOf" srcId="{79692E37-C8F9-40DE-AE6A-F7A1108F7A44}" destId="{3D37DB76-BFE9-4625-8FB3-338B09219565}" srcOrd="3" destOrd="0" presId="urn:microsoft.com/office/officeart/2016/7/layout/BasicLinearProcessNumbered"/>
    <dgm:cxn modelId="{C286438F-CCCF-4056-A8DD-D58D33645D7E}" type="presParOf" srcId="{2563EB6E-28AE-472B-83A8-FA93DE82599C}" destId="{21EF45F6-A616-4898-9713-DA227BA9C34A}" srcOrd="3" destOrd="0" presId="urn:microsoft.com/office/officeart/2016/7/layout/BasicLinearProcessNumbered"/>
    <dgm:cxn modelId="{CFEF9DE2-420A-4D08-9571-DFD10DAC83DD}" type="presParOf" srcId="{2563EB6E-28AE-472B-83A8-FA93DE82599C}" destId="{933E5726-576F-41E6-815B-D0148F7642FF}" srcOrd="4" destOrd="0" presId="urn:microsoft.com/office/officeart/2016/7/layout/BasicLinearProcessNumbered"/>
    <dgm:cxn modelId="{50DCB25E-8F85-4BA9-8613-7DB24E7EE537}" type="presParOf" srcId="{933E5726-576F-41E6-815B-D0148F7642FF}" destId="{11BB7937-9BA9-4D66-BB0B-F471C5B83F5F}" srcOrd="0" destOrd="0" presId="urn:microsoft.com/office/officeart/2016/7/layout/BasicLinearProcessNumbered"/>
    <dgm:cxn modelId="{0EABA10A-DBBB-4CA4-B11D-471C60A91E3A}" type="presParOf" srcId="{933E5726-576F-41E6-815B-D0148F7642FF}" destId="{853795FF-FBBC-4AC8-B0F0-9B9E065CBE67}" srcOrd="1" destOrd="0" presId="urn:microsoft.com/office/officeart/2016/7/layout/BasicLinearProcessNumbered"/>
    <dgm:cxn modelId="{5B4D29D8-FD26-4C70-9459-5CD3813410E4}" type="presParOf" srcId="{933E5726-576F-41E6-815B-D0148F7642FF}" destId="{D7A13099-A7C8-4432-9964-A47F3A78A277}" srcOrd="2" destOrd="0" presId="urn:microsoft.com/office/officeart/2016/7/layout/BasicLinearProcessNumbered"/>
    <dgm:cxn modelId="{B4E09EC7-358D-419B-A0BE-B7DB0E62F201}" type="presParOf" srcId="{933E5726-576F-41E6-815B-D0148F7642FF}" destId="{FD009F8E-0D85-4530-88FE-3A6DE27B8F50}" srcOrd="3" destOrd="0" presId="urn:microsoft.com/office/officeart/2016/7/layout/BasicLinearProcessNumbered"/>
    <dgm:cxn modelId="{0F18FBCC-A442-4B6F-8378-8216D0901BC0}" type="presParOf" srcId="{2563EB6E-28AE-472B-83A8-FA93DE82599C}" destId="{12AD3B00-2F56-4FEA-AA1A-D242F17A828F}" srcOrd="5" destOrd="0" presId="urn:microsoft.com/office/officeart/2016/7/layout/BasicLinearProcessNumbered"/>
    <dgm:cxn modelId="{3B16B1E2-9400-4544-9CC4-3B5217CEBAEE}" type="presParOf" srcId="{2563EB6E-28AE-472B-83A8-FA93DE82599C}" destId="{40662027-99DD-46A2-9F83-30048C8E117D}" srcOrd="6" destOrd="0" presId="urn:microsoft.com/office/officeart/2016/7/layout/BasicLinearProcessNumbered"/>
    <dgm:cxn modelId="{9B3524E9-F949-4784-B767-8DBA8C35D44C}" type="presParOf" srcId="{40662027-99DD-46A2-9F83-30048C8E117D}" destId="{B1DEFE0E-363D-44ED-956E-75A2DAA3F4EB}" srcOrd="0" destOrd="0" presId="urn:microsoft.com/office/officeart/2016/7/layout/BasicLinearProcessNumbered"/>
    <dgm:cxn modelId="{33C884DC-B661-474C-9C19-02E77BFDDCB7}" type="presParOf" srcId="{40662027-99DD-46A2-9F83-30048C8E117D}" destId="{FAC8FCBB-C50D-4EC6-885D-1225860943C8}" srcOrd="1" destOrd="0" presId="urn:microsoft.com/office/officeart/2016/7/layout/BasicLinearProcessNumbered"/>
    <dgm:cxn modelId="{F03A0C7B-B0CA-4081-8496-C78360F0DA93}" type="presParOf" srcId="{40662027-99DD-46A2-9F83-30048C8E117D}" destId="{9B168269-711F-446D-81B9-CBDF04D0FAA7}" srcOrd="2" destOrd="0" presId="urn:microsoft.com/office/officeart/2016/7/layout/BasicLinearProcessNumbered"/>
    <dgm:cxn modelId="{FBD73333-D05E-445A-8AD9-B59179392185}" type="presParOf" srcId="{40662027-99DD-46A2-9F83-30048C8E117D}" destId="{FE4F6E31-3176-42D4-A8D3-8350CB7758FF}" srcOrd="3" destOrd="0" presId="urn:microsoft.com/office/officeart/2016/7/layout/BasicLinearProcessNumbered"/>
    <dgm:cxn modelId="{16573EF4-3110-4972-B0E8-90ED215AE8B2}" type="presParOf" srcId="{2563EB6E-28AE-472B-83A8-FA93DE82599C}" destId="{A63C5A4E-F784-41D3-B528-E312ADE5A39D}" srcOrd="7" destOrd="0" presId="urn:microsoft.com/office/officeart/2016/7/layout/BasicLinearProcessNumbered"/>
    <dgm:cxn modelId="{E807C50E-D044-4318-B149-B88E1EEF0BB5}" type="presParOf" srcId="{2563EB6E-28AE-472B-83A8-FA93DE82599C}" destId="{749FC064-D8A6-4E62-A44A-46323FC83CC9}" srcOrd="8" destOrd="0" presId="urn:microsoft.com/office/officeart/2016/7/layout/BasicLinearProcessNumbered"/>
    <dgm:cxn modelId="{49ABA35E-C1E3-4DFA-BC15-907A4C75C66F}" type="presParOf" srcId="{749FC064-D8A6-4E62-A44A-46323FC83CC9}" destId="{3AAB0CAD-D392-42DC-940D-2D7BCE5E4744}" srcOrd="0" destOrd="0" presId="urn:microsoft.com/office/officeart/2016/7/layout/BasicLinearProcessNumbered"/>
    <dgm:cxn modelId="{D241D98A-ECD3-4FFB-9F9D-951BD65BEED3}" type="presParOf" srcId="{749FC064-D8A6-4E62-A44A-46323FC83CC9}" destId="{015CBC70-04FD-419B-8238-3FFFF0A637FE}" srcOrd="1" destOrd="0" presId="urn:microsoft.com/office/officeart/2016/7/layout/BasicLinearProcessNumbered"/>
    <dgm:cxn modelId="{928C48D0-561B-4777-BAED-6FB7CA64D2B7}" type="presParOf" srcId="{749FC064-D8A6-4E62-A44A-46323FC83CC9}" destId="{1435D935-26ED-44A9-A66F-DA9F936711EF}" srcOrd="2" destOrd="0" presId="urn:microsoft.com/office/officeart/2016/7/layout/BasicLinearProcessNumbered"/>
    <dgm:cxn modelId="{A57CE960-88D5-45E4-A207-CA2FB3EE9A88}" type="presParOf" srcId="{749FC064-D8A6-4E62-A44A-46323FC83CC9}" destId="{2FEC8C0F-3C01-4698-928C-330AD2CAF43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DA940D-2D49-4373-B03F-8755D08C93D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7BF1088-87A7-4E5C-B0D1-37EFAA63F8ED}">
      <dgm:prSet/>
      <dgm:spPr/>
      <dgm:t>
        <a:bodyPr/>
        <a:lstStyle/>
        <a:p>
          <a:r>
            <a:rPr lang="en-US"/>
            <a:t>After studying Munch’s emotional themes, I translated his psychological world into spatial concepts.</a:t>
          </a:r>
        </a:p>
      </dgm:t>
    </dgm:pt>
    <dgm:pt modelId="{B8E5763D-2F75-4B5C-AC50-92781FBDBB54}" type="parTrans" cxnId="{EC4C5557-ADE5-46FD-95F8-BAEB38CFB54F}">
      <dgm:prSet/>
      <dgm:spPr/>
      <dgm:t>
        <a:bodyPr/>
        <a:lstStyle/>
        <a:p>
          <a:endParaRPr lang="en-US"/>
        </a:p>
      </dgm:t>
    </dgm:pt>
    <dgm:pt modelId="{5296A1F1-EC93-4C0A-AB22-ADA8ABC9D3E8}" type="sibTrans" cxnId="{EC4C5557-ADE5-46FD-95F8-BAEB38CFB54F}">
      <dgm:prSet/>
      <dgm:spPr/>
      <dgm:t>
        <a:bodyPr/>
        <a:lstStyle/>
        <a:p>
          <a:endParaRPr lang="en-US"/>
        </a:p>
      </dgm:t>
    </dgm:pt>
    <dgm:pt modelId="{D85E2DA9-A1EB-472D-BAD1-21D1A7CE4C5E}">
      <dgm:prSet/>
      <dgm:spPr/>
      <dgm:t>
        <a:bodyPr/>
        <a:lstStyle/>
        <a:p>
          <a:r>
            <a:rPr lang="en-US"/>
            <a:t>Each space is based on a different emotional state:</a:t>
          </a:r>
        </a:p>
      </dgm:t>
    </dgm:pt>
    <dgm:pt modelId="{D91A5D91-77C8-449A-82B4-49F3BA4DDA10}" type="parTrans" cxnId="{92371F5B-ABB1-480C-8E32-24809F770668}">
      <dgm:prSet/>
      <dgm:spPr/>
      <dgm:t>
        <a:bodyPr/>
        <a:lstStyle/>
        <a:p>
          <a:endParaRPr lang="en-US"/>
        </a:p>
      </dgm:t>
    </dgm:pt>
    <dgm:pt modelId="{BB8A63FB-7C99-4800-938E-102303718005}" type="sibTrans" cxnId="{92371F5B-ABB1-480C-8E32-24809F770668}">
      <dgm:prSet/>
      <dgm:spPr/>
      <dgm:t>
        <a:bodyPr/>
        <a:lstStyle/>
        <a:p>
          <a:endParaRPr lang="en-US"/>
        </a:p>
      </dgm:t>
    </dgm:pt>
    <dgm:pt modelId="{1B176E78-DA2B-4C33-A07A-CEB083897AC4}">
      <dgm:prSet/>
      <dgm:spPr/>
      <dgm:t>
        <a:bodyPr/>
        <a:lstStyle/>
        <a:p>
          <a:r>
            <a:rPr lang="en-US"/>
            <a:t>Anxiety — chaotic, tight, heavy shadows</a:t>
          </a:r>
        </a:p>
      </dgm:t>
    </dgm:pt>
    <dgm:pt modelId="{CFBCFD8E-39C5-433B-9996-989E60A4AA3B}" type="parTrans" cxnId="{16763786-F5F8-4657-82DA-516F7EDBB978}">
      <dgm:prSet/>
      <dgm:spPr/>
      <dgm:t>
        <a:bodyPr/>
        <a:lstStyle/>
        <a:p>
          <a:endParaRPr lang="en-US"/>
        </a:p>
      </dgm:t>
    </dgm:pt>
    <dgm:pt modelId="{7A2B4715-64E6-427D-955C-9C4C422286E2}" type="sibTrans" cxnId="{16763786-F5F8-4657-82DA-516F7EDBB978}">
      <dgm:prSet/>
      <dgm:spPr/>
      <dgm:t>
        <a:bodyPr/>
        <a:lstStyle/>
        <a:p>
          <a:endParaRPr lang="en-US"/>
        </a:p>
      </dgm:t>
    </dgm:pt>
    <dgm:pt modelId="{5453E6AF-A886-4F82-BE60-1B86C668EE96}">
      <dgm:prSet/>
      <dgm:spPr/>
      <dgm:t>
        <a:bodyPr/>
        <a:lstStyle/>
        <a:p>
          <a:r>
            <a:rPr lang="en-US"/>
            <a:t>Memory — layered, textured, fading tones</a:t>
          </a:r>
        </a:p>
      </dgm:t>
    </dgm:pt>
    <dgm:pt modelId="{CCBC89DD-16C6-4080-8DBE-8A4C3BF63830}" type="parTrans" cxnId="{74B2D8E3-CED1-4E2D-8768-27B4E6CCAF02}">
      <dgm:prSet/>
      <dgm:spPr/>
      <dgm:t>
        <a:bodyPr/>
        <a:lstStyle/>
        <a:p>
          <a:endParaRPr lang="en-US"/>
        </a:p>
      </dgm:t>
    </dgm:pt>
    <dgm:pt modelId="{DB6433DC-D8F6-4CD6-A7D1-5B725D911788}" type="sibTrans" cxnId="{74B2D8E3-CED1-4E2D-8768-27B4E6CCAF02}">
      <dgm:prSet/>
      <dgm:spPr/>
      <dgm:t>
        <a:bodyPr/>
        <a:lstStyle/>
        <a:p>
          <a:endParaRPr lang="en-US"/>
        </a:p>
      </dgm:t>
    </dgm:pt>
    <dgm:pt modelId="{B59A86C2-0140-4CD9-8FD0-64A0CEFA7BB1}">
      <dgm:prSet/>
      <dgm:spPr/>
      <dgm:t>
        <a:bodyPr/>
        <a:lstStyle/>
        <a:p>
          <a:r>
            <a:rPr lang="en-US"/>
            <a:t>Reflection — quiet, soft, minimal</a:t>
          </a:r>
        </a:p>
      </dgm:t>
    </dgm:pt>
    <dgm:pt modelId="{81E0C38B-1BB9-4A15-95C0-A7AA6D03CA4A}" type="parTrans" cxnId="{2D3D0960-7995-4738-A7D6-23D561535C0B}">
      <dgm:prSet/>
      <dgm:spPr/>
      <dgm:t>
        <a:bodyPr/>
        <a:lstStyle/>
        <a:p>
          <a:endParaRPr lang="en-US"/>
        </a:p>
      </dgm:t>
    </dgm:pt>
    <dgm:pt modelId="{8F742314-0A42-487E-B773-1E8E9C75C06C}" type="sibTrans" cxnId="{2D3D0960-7995-4738-A7D6-23D561535C0B}">
      <dgm:prSet/>
      <dgm:spPr/>
      <dgm:t>
        <a:bodyPr/>
        <a:lstStyle/>
        <a:p>
          <a:endParaRPr lang="en-US"/>
        </a:p>
      </dgm:t>
    </dgm:pt>
    <dgm:pt modelId="{4AEACFBE-31C3-4FF0-97EC-EE25041B5B8A}">
      <dgm:prSet/>
      <dgm:spPr/>
      <dgm:t>
        <a:bodyPr/>
        <a:lstStyle/>
        <a:p>
          <a:r>
            <a:rPr lang="en-US"/>
            <a:t>Creation — open, bright, energized</a:t>
          </a:r>
        </a:p>
      </dgm:t>
    </dgm:pt>
    <dgm:pt modelId="{F0BEFF13-86F9-4821-A5DD-7B909C22CA58}" type="parTrans" cxnId="{2B1A4D43-46E5-4C74-B21C-25AAFA7FFFCD}">
      <dgm:prSet/>
      <dgm:spPr/>
      <dgm:t>
        <a:bodyPr/>
        <a:lstStyle/>
        <a:p>
          <a:endParaRPr lang="en-US"/>
        </a:p>
      </dgm:t>
    </dgm:pt>
    <dgm:pt modelId="{C6293D80-7232-4627-A035-96FDD3D913BF}" type="sibTrans" cxnId="{2B1A4D43-46E5-4C74-B21C-25AAFA7FFFCD}">
      <dgm:prSet/>
      <dgm:spPr/>
      <dgm:t>
        <a:bodyPr/>
        <a:lstStyle/>
        <a:p>
          <a:endParaRPr lang="en-US"/>
        </a:p>
      </dgm:t>
    </dgm:pt>
    <dgm:pt modelId="{E6C1C6C2-E206-4AD2-86F7-4525D89F31AA}">
      <dgm:prSet/>
      <dgm:spPr/>
      <dgm:t>
        <a:bodyPr/>
        <a:lstStyle/>
        <a:p>
          <a:r>
            <a:rPr lang="en-US"/>
            <a:t>Renewal — fresh, light-filled, calming</a:t>
          </a:r>
        </a:p>
      </dgm:t>
    </dgm:pt>
    <dgm:pt modelId="{7E923763-CB06-4F95-B257-DCBE35E9AFC8}" type="parTrans" cxnId="{E9D8590C-BC24-431D-B624-BFAF2AD34348}">
      <dgm:prSet/>
      <dgm:spPr/>
      <dgm:t>
        <a:bodyPr/>
        <a:lstStyle/>
        <a:p>
          <a:endParaRPr lang="en-US"/>
        </a:p>
      </dgm:t>
    </dgm:pt>
    <dgm:pt modelId="{E5A0E04D-90C4-407B-942B-2C40551119F7}" type="sibTrans" cxnId="{E9D8590C-BC24-431D-B624-BFAF2AD34348}">
      <dgm:prSet/>
      <dgm:spPr/>
      <dgm:t>
        <a:bodyPr/>
        <a:lstStyle/>
        <a:p>
          <a:endParaRPr lang="en-US"/>
        </a:p>
      </dgm:t>
    </dgm:pt>
    <dgm:pt modelId="{3F35607E-2103-4A8E-8CFD-815CC8F01024}">
      <dgm:prSet/>
      <dgm:spPr/>
      <dgm:t>
        <a:bodyPr/>
        <a:lstStyle/>
        <a:p>
          <a:r>
            <a:rPr lang="en-US"/>
            <a:t>These emotional ideas guided the sections and architectural atmosphere.</a:t>
          </a:r>
        </a:p>
      </dgm:t>
    </dgm:pt>
    <dgm:pt modelId="{298C06CE-75A0-4769-802C-E2644BD1EB99}" type="parTrans" cxnId="{DDD893B6-E8C2-47A7-BC89-06D76FD0BC5B}">
      <dgm:prSet/>
      <dgm:spPr/>
      <dgm:t>
        <a:bodyPr/>
        <a:lstStyle/>
        <a:p>
          <a:endParaRPr lang="en-US"/>
        </a:p>
      </dgm:t>
    </dgm:pt>
    <dgm:pt modelId="{E25CB6B0-EDF2-43D2-9AF4-79705B19E6FA}" type="sibTrans" cxnId="{DDD893B6-E8C2-47A7-BC89-06D76FD0BC5B}">
      <dgm:prSet/>
      <dgm:spPr/>
      <dgm:t>
        <a:bodyPr/>
        <a:lstStyle/>
        <a:p>
          <a:endParaRPr lang="en-US"/>
        </a:p>
      </dgm:t>
    </dgm:pt>
    <dgm:pt modelId="{9F70E08D-B6AE-4B26-9616-C88CA7BDEC36}" type="pres">
      <dgm:prSet presAssocID="{1DDA940D-2D49-4373-B03F-8755D08C93D2}" presName="root" presStyleCnt="0">
        <dgm:presLayoutVars>
          <dgm:dir/>
          <dgm:resizeHandles val="exact"/>
        </dgm:presLayoutVars>
      </dgm:prSet>
      <dgm:spPr/>
    </dgm:pt>
    <dgm:pt modelId="{FB465DF7-B82B-4D53-971F-A27A1939BFC0}" type="pres">
      <dgm:prSet presAssocID="{47BF1088-87A7-4E5C-B0D1-37EFAA63F8ED}" presName="compNode" presStyleCnt="0"/>
      <dgm:spPr/>
    </dgm:pt>
    <dgm:pt modelId="{CAE863C4-D1AE-40D7-8BAD-EEC1C45E14CC}" type="pres">
      <dgm:prSet presAssocID="{47BF1088-87A7-4E5C-B0D1-37EFAA63F8ED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1AF690C7-5C41-4177-B18F-51FC37770FA6}" type="pres">
      <dgm:prSet presAssocID="{47BF1088-87A7-4E5C-B0D1-37EFAA63F8ED}" presName="spaceRect" presStyleCnt="0"/>
      <dgm:spPr/>
    </dgm:pt>
    <dgm:pt modelId="{9AFB6BD5-387E-44BB-AD14-F8AC1F648A44}" type="pres">
      <dgm:prSet presAssocID="{47BF1088-87A7-4E5C-B0D1-37EFAA63F8ED}" presName="textRect" presStyleLbl="revTx" presStyleIdx="0" presStyleCnt="8">
        <dgm:presLayoutVars>
          <dgm:chMax val="1"/>
          <dgm:chPref val="1"/>
        </dgm:presLayoutVars>
      </dgm:prSet>
      <dgm:spPr/>
    </dgm:pt>
    <dgm:pt modelId="{DCE7D839-24C2-446C-A1C8-755B2CFE5CE5}" type="pres">
      <dgm:prSet presAssocID="{5296A1F1-EC93-4C0A-AB22-ADA8ABC9D3E8}" presName="sibTrans" presStyleCnt="0"/>
      <dgm:spPr/>
    </dgm:pt>
    <dgm:pt modelId="{FB689C63-88A5-46D0-94EC-9231D9D6D0AD}" type="pres">
      <dgm:prSet presAssocID="{D85E2DA9-A1EB-472D-BAD1-21D1A7CE4C5E}" presName="compNode" presStyleCnt="0"/>
      <dgm:spPr/>
    </dgm:pt>
    <dgm:pt modelId="{63BFFC11-0A0E-4153-9331-E4C32CCF8DF0}" type="pres">
      <dgm:prSet presAssocID="{D85E2DA9-A1EB-472D-BAD1-21D1A7CE4C5E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CF5C6819-B2B2-4DD4-A3FC-BB8ED95A58D5}" type="pres">
      <dgm:prSet presAssocID="{D85E2DA9-A1EB-472D-BAD1-21D1A7CE4C5E}" presName="spaceRect" presStyleCnt="0"/>
      <dgm:spPr/>
    </dgm:pt>
    <dgm:pt modelId="{8F2A7D4D-E173-4EA9-870A-340811306FA7}" type="pres">
      <dgm:prSet presAssocID="{D85E2DA9-A1EB-472D-BAD1-21D1A7CE4C5E}" presName="textRect" presStyleLbl="revTx" presStyleIdx="1" presStyleCnt="8">
        <dgm:presLayoutVars>
          <dgm:chMax val="1"/>
          <dgm:chPref val="1"/>
        </dgm:presLayoutVars>
      </dgm:prSet>
      <dgm:spPr/>
    </dgm:pt>
    <dgm:pt modelId="{895BD3DD-070E-48D8-8862-92160F01E957}" type="pres">
      <dgm:prSet presAssocID="{BB8A63FB-7C99-4800-938E-102303718005}" presName="sibTrans" presStyleCnt="0"/>
      <dgm:spPr/>
    </dgm:pt>
    <dgm:pt modelId="{01866A97-79D7-40CD-8D34-1BA7083ECB1C}" type="pres">
      <dgm:prSet presAssocID="{1B176E78-DA2B-4C33-A07A-CEB083897AC4}" presName="compNode" presStyleCnt="0"/>
      <dgm:spPr/>
    </dgm:pt>
    <dgm:pt modelId="{BB57A550-C9A6-4900-9D0C-9E57AA4F1660}" type="pres">
      <dgm:prSet presAssocID="{1B176E78-DA2B-4C33-A07A-CEB083897AC4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set scene"/>
        </a:ext>
      </dgm:extLst>
    </dgm:pt>
    <dgm:pt modelId="{87454E51-04D8-4C1C-8F63-FFA51AF08C48}" type="pres">
      <dgm:prSet presAssocID="{1B176E78-DA2B-4C33-A07A-CEB083897AC4}" presName="spaceRect" presStyleCnt="0"/>
      <dgm:spPr/>
    </dgm:pt>
    <dgm:pt modelId="{44E16145-CFCA-4FFC-B4E8-D45A4DA640E6}" type="pres">
      <dgm:prSet presAssocID="{1B176E78-DA2B-4C33-A07A-CEB083897AC4}" presName="textRect" presStyleLbl="revTx" presStyleIdx="2" presStyleCnt="8">
        <dgm:presLayoutVars>
          <dgm:chMax val="1"/>
          <dgm:chPref val="1"/>
        </dgm:presLayoutVars>
      </dgm:prSet>
      <dgm:spPr/>
    </dgm:pt>
    <dgm:pt modelId="{D333F311-F8A2-4D2E-83ED-63C59A65E15E}" type="pres">
      <dgm:prSet presAssocID="{7A2B4715-64E6-427D-955C-9C4C422286E2}" presName="sibTrans" presStyleCnt="0"/>
      <dgm:spPr/>
    </dgm:pt>
    <dgm:pt modelId="{93B70799-1798-4047-B94B-D2DA094A009C}" type="pres">
      <dgm:prSet presAssocID="{5453E6AF-A886-4F82-BE60-1B86C668EE96}" presName="compNode" presStyleCnt="0"/>
      <dgm:spPr/>
    </dgm:pt>
    <dgm:pt modelId="{C58FE596-9B32-471C-8DB5-EFB0EB800C35}" type="pres">
      <dgm:prSet presAssocID="{5453E6AF-A886-4F82-BE60-1B86C668EE96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060E5CF1-970B-41A5-B41D-2126DBCFFAF2}" type="pres">
      <dgm:prSet presAssocID="{5453E6AF-A886-4F82-BE60-1B86C668EE96}" presName="spaceRect" presStyleCnt="0"/>
      <dgm:spPr/>
    </dgm:pt>
    <dgm:pt modelId="{BD57DE71-3E03-4C46-9D5E-600C46D6DC65}" type="pres">
      <dgm:prSet presAssocID="{5453E6AF-A886-4F82-BE60-1B86C668EE96}" presName="textRect" presStyleLbl="revTx" presStyleIdx="3" presStyleCnt="8">
        <dgm:presLayoutVars>
          <dgm:chMax val="1"/>
          <dgm:chPref val="1"/>
        </dgm:presLayoutVars>
      </dgm:prSet>
      <dgm:spPr/>
    </dgm:pt>
    <dgm:pt modelId="{C812488A-289E-43C8-8A26-ACCDBD3E587C}" type="pres">
      <dgm:prSet presAssocID="{DB6433DC-D8F6-4CD6-A7D1-5B725D911788}" presName="sibTrans" presStyleCnt="0"/>
      <dgm:spPr/>
    </dgm:pt>
    <dgm:pt modelId="{B66B4E17-4B27-47A7-AA8C-6ABF387BDC20}" type="pres">
      <dgm:prSet presAssocID="{B59A86C2-0140-4CD9-8FD0-64A0CEFA7BB1}" presName="compNode" presStyleCnt="0"/>
      <dgm:spPr/>
    </dgm:pt>
    <dgm:pt modelId="{CAE1F044-2482-406E-9353-97E671E5978E}" type="pres">
      <dgm:prSet presAssocID="{B59A86C2-0140-4CD9-8FD0-64A0CEFA7BB1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C5D84D9B-C6A8-4BB3-B9C6-3848247A29D5}" type="pres">
      <dgm:prSet presAssocID="{B59A86C2-0140-4CD9-8FD0-64A0CEFA7BB1}" presName="spaceRect" presStyleCnt="0"/>
      <dgm:spPr/>
    </dgm:pt>
    <dgm:pt modelId="{44ACCA97-4E43-4888-96F1-DF9E5684705F}" type="pres">
      <dgm:prSet presAssocID="{B59A86C2-0140-4CD9-8FD0-64A0CEFA7BB1}" presName="textRect" presStyleLbl="revTx" presStyleIdx="4" presStyleCnt="8">
        <dgm:presLayoutVars>
          <dgm:chMax val="1"/>
          <dgm:chPref val="1"/>
        </dgm:presLayoutVars>
      </dgm:prSet>
      <dgm:spPr/>
    </dgm:pt>
    <dgm:pt modelId="{07E18D7B-547D-42FC-9BB3-C4D271E1318F}" type="pres">
      <dgm:prSet presAssocID="{8F742314-0A42-487E-B773-1E8E9C75C06C}" presName="sibTrans" presStyleCnt="0"/>
      <dgm:spPr/>
    </dgm:pt>
    <dgm:pt modelId="{167512B6-A7EE-4770-BA24-D349C12C8715}" type="pres">
      <dgm:prSet presAssocID="{4AEACFBE-31C3-4FF0-97EC-EE25041B5B8A}" presName="compNode" presStyleCnt="0"/>
      <dgm:spPr/>
    </dgm:pt>
    <dgm:pt modelId="{35C6F438-4BD4-4692-8467-C62BDE067DFA}" type="pres">
      <dgm:prSet presAssocID="{4AEACFBE-31C3-4FF0-97EC-EE25041B5B8A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258CC91B-2F88-4827-AA53-1DD9846B4D0D}" type="pres">
      <dgm:prSet presAssocID="{4AEACFBE-31C3-4FF0-97EC-EE25041B5B8A}" presName="spaceRect" presStyleCnt="0"/>
      <dgm:spPr/>
    </dgm:pt>
    <dgm:pt modelId="{C35B853A-C2FE-4D22-8845-6A271CC743D2}" type="pres">
      <dgm:prSet presAssocID="{4AEACFBE-31C3-4FF0-97EC-EE25041B5B8A}" presName="textRect" presStyleLbl="revTx" presStyleIdx="5" presStyleCnt="8">
        <dgm:presLayoutVars>
          <dgm:chMax val="1"/>
          <dgm:chPref val="1"/>
        </dgm:presLayoutVars>
      </dgm:prSet>
      <dgm:spPr/>
    </dgm:pt>
    <dgm:pt modelId="{242207A8-E41B-4F65-B612-0A98DF34D30D}" type="pres">
      <dgm:prSet presAssocID="{C6293D80-7232-4627-A035-96FDD3D913BF}" presName="sibTrans" presStyleCnt="0"/>
      <dgm:spPr/>
    </dgm:pt>
    <dgm:pt modelId="{BA5912C1-F368-4241-98EE-45526B9865AC}" type="pres">
      <dgm:prSet presAssocID="{E6C1C6C2-E206-4AD2-86F7-4525D89F31AA}" presName="compNode" presStyleCnt="0"/>
      <dgm:spPr/>
    </dgm:pt>
    <dgm:pt modelId="{3ED310AC-3014-462C-ACA2-4B1D3D320DE5}" type="pres">
      <dgm:prSet presAssocID="{E6C1C6C2-E206-4AD2-86F7-4525D89F31AA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3E4CC8CF-9210-4D3B-87D2-373476A85E25}" type="pres">
      <dgm:prSet presAssocID="{E6C1C6C2-E206-4AD2-86F7-4525D89F31AA}" presName="spaceRect" presStyleCnt="0"/>
      <dgm:spPr/>
    </dgm:pt>
    <dgm:pt modelId="{48B1DA40-69F1-4FBB-AD95-53B367EAFD40}" type="pres">
      <dgm:prSet presAssocID="{E6C1C6C2-E206-4AD2-86F7-4525D89F31AA}" presName="textRect" presStyleLbl="revTx" presStyleIdx="6" presStyleCnt="8">
        <dgm:presLayoutVars>
          <dgm:chMax val="1"/>
          <dgm:chPref val="1"/>
        </dgm:presLayoutVars>
      </dgm:prSet>
      <dgm:spPr/>
    </dgm:pt>
    <dgm:pt modelId="{FB725479-F75A-4898-AA62-A852436FE7B7}" type="pres">
      <dgm:prSet presAssocID="{E5A0E04D-90C4-407B-942B-2C40551119F7}" presName="sibTrans" presStyleCnt="0"/>
      <dgm:spPr/>
    </dgm:pt>
    <dgm:pt modelId="{2FE48693-E2CD-41DE-9503-749E67D0C83E}" type="pres">
      <dgm:prSet presAssocID="{3F35607E-2103-4A8E-8CFD-815CC8F01024}" presName="compNode" presStyleCnt="0"/>
      <dgm:spPr/>
    </dgm:pt>
    <dgm:pt modelId="{E3FF6E23-BFF2-4D47-BB7F-904746071CEB}" type="pres">
      <dgm:prSet presAssocID="{3F35607E-2103-4A8E-8CFD-815CC8F01024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CAA21BB7-B9B0-4153-B744-1E7CEF68F387}" type="pres">
      <dgm:prSet presAssocID="{3F35607E-2103-4A8E-8CFD-815CC8F01024}" presName="spaceRect" presStyleCnt="0"/>
      <dgm:spPr/>
    </dgm:pt>
    <dgm:pt modelId="{6165D8B2-C4D8-41DB-A520-F807B9F02013}" type="pres">
      <dgm:prSet presAssocID="{3F35607E-2103-4A8E-8CFD-815CC8F01024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5988A404-7AA3-45C4-8F62-EBE2736A6A87}" type="presOf" srcId="{47BF1088-87A7-4E5C-B0D1-37EFAA63F8ED}" destId="{9AFB6BD5-387E-44BB-AD14-F8AC1F648A44}" srcOrd="0" destOrd="0" presId="urn:microsoft.com/office/officeart/2018/2/layout/IconLabelList"/>
    <dgm:cxn modelId="{E9D8590C-BC24-431D-B624-BFAF2AD34348}" srcId="{1DDA940D-2D49-4373-B03F-8755D08C93D2}" destId="{E6C1C6C2-E206-4AD2-86F7-4525D89F31AA}" srcOrd="6" destOrd="0" parTransId="{7E923763-CB06-4F95-B257-DCBE35E9AFC8}" sibTransId="{E5A0E04D-90C4-407B-942B-2C40551119F7}"/>
    <dgm:cxn modelId="{16620F1D-4F2E-412F-AA3D-7732AC5276F4}" type="presOf" srcId="{1DDA940D-2D49-4373-B03F-8755D08C93D2}" destId="{9F70E08D-B6AE-4B26-9616-C88CA7BDEC36}" srcOrd="0" destOrd="0" presId="urn:microsoft.com/office/officeart/2018/2/layout/IconLabelList"/>
    <dgm:cxn modelId="{92371F5B-ABB1-480C-8E32-24809F770668}" srcId="{1DDA940D-2D49-4373-B03F-8755D08C93D2}" destId="{D85E2DA9-A1EB-472D-BAD1-21D1A7CE4C5E}" srcOrd="1" destOrd="0" parTransId="{D91A5D91-77C8-449A-82B4-49F3BA4DDA10}" sibTransId="{BB8A63FB-7C99-4800-938E-102303718005}"/>
    <dgm:cxn modelId="{2D3D0960-7995-4738-A7D6-23D561535C0B}" srcId="{1DDA940D-2D49-4373-B03F-8755D08C93D2}" destId="{B59A86C2-0140-4CD9-8FD0-64A0CEFA7BB1}" srcOrd="4" destOrd="0" parTransId="{81E0C38B-1BB9-4A15-95C0-A7AA6D03CA4A}" sibTransId="{8F742314-0A42-487E-B773-1E8E9C75C06C}"/>
    <dgm:cxn modelId="{2B1A4D43-46E5-4C74-B21C-25AAFA7FFFCD}" srcId="{1DDA940D-2D49-4373-B03F-8755D08C93D2}" destId="{4AEACFBE-31C3-4FF0-97EC-EE25041B5B8A}" srcOrd="5" destOrd="0" parTransId="{F0BEFF13-86F9-4821-A5DD-7B909C22CA58}" sibTransId="{C6293D80-7232-4627-A035-96FDD3D913BF}"/>
    <dgm:cxn modelId="{C3868063-E1C0-4497-8441-820E2A9F556F}" type="presOf" srcId="{5453E6AF-A886-4F82-BE60-1B86C668EE96}" destId="{BD57DE71-3E03-4C46-9D5E-600C46D6DC65}" srcOrd="0" destOrd="0" presId="urn:microsoft.com/office/officeart/2018/2/layout/IconLabelList"/>
    <dgm:cxn modelId="{9BA27054-0329-4E71-8485-665B0FFD1315}" type="presOf" srcId="{1B176E78-DA2B-4C33-A07A-CEB083897AC4}" destId="{44E16145-CFCA-4FFC-B4E8-D45A4DA640E6}" srcOrd="0" destOrd="0" presId="urn:microsoft.com/office/officeart/2018/2/layout/IconLabelList"/>
    <dgm:cxn modelId="{EC4C5557-ADE5-46FD-95F8-BAEB38CFB54F}" srcId="{1DDA940D-2D49-4373-B03F-8755D08C93D2}" destId="{47BF1088-87A7-4E5C-B0D1-37EFAA63F8ED}" srcOrd="0" destOrd="0" parTransId="{B8E5763D-2F75-4B5C-AC50-92781FBDBB54}" sibTransId="{5296A1F1-EC93-4C0A-AB22-ADA8ABC9D3E8}"/>
    <dgm:cxn modelId="{16763786-F5F8-4657-82DA-516F7EDBB978}" srcId="{1DDA940D-2D49-4373-B03F-8755D08C93D2}" destId="{1B176E78-DA2B-4C33-A07A-CEB083897AC4}" srcOrd="2" destOrd="0" parTransId="{CFBCFD8E-39C5-433B-9996-989E60A4AA3B}" sibTransId="{7A2B4715-64E6-427D-955C-9C4C422286E2}"/>
    <dgm:cxn modelId="{AE839486-FA66-4458-9767-046F19A2C9F9}" type="presOf" srcId="{E6C1C6C2-E206-4AD2-86F7-4525D89F31AA}" destId="{48B1DA40-69F1-4FBB-AD95-53B367EAFD40}" srcOrd="0" destOrd="0" presId="urn:microsoft.com/office/officeart/2018/2/layout/IconLabelList"/>
    <dgm:cxn modelId="{FD260298-595B-465C-9BB2-D57747A20A17}" type="presOf" srcId="{B59A86C2-0140-4CD9-8FD0-64A0CEFA7BB1}" destId="{44ACCA97-4E43-4888-96F1-DF9E5684705F}" srcOrd="0" destOrd="0" presId="urn:microsoft.com/office/officeart/2018/2/layout/IconLabelList"/>
    <dgm:cxn modelId="{D00E73A3-F081-4F58-9353-A12D394CE66B}" type="presOf" srcId="{3F35607E-2103-4A8E-8CFD-815CC8F01024}" destId="{6165D8B2-C4D8-41DB-A520-F807B9F02013}" srcOrd="0" destOrd="0" presId="urn:microsoft.com/office/officeart/2018/2/layout/IconLabelList"/>
    <dgm:cxn modelId="{093F69AA-6A82-4E4F-97E0-37125E2C781F}" type="presOf" srcId="{4AEACFBE-31C3-4FF0-97EC-EE25041B5B8A}" destId="{C35B853A-C2FE-4D22-8845-6A271CC743D2}" srcOrd="0" destOrd="0" presId="urn:microsoft.com/office/officeart/2018/2/layout/IconLabelList"/>
    <dgm:cxn modelId="{CA0EBEB1-A31C-449F-832C-D41B447EEE42}" type="presOf" srcId="{D85E2DA9-A1EB-472D-BAD1-21D1A7CE4C5E}" destId="{8F2A7D4D-E173-4EA9-870A-340811306FA7}" srcOrd="0" destOrd="0" presId="urn:microsoft.com/office/officeart/2018/2/layout/IconLabelList"/>
    <dgm:cxn modelId="{DDD893B6-E8C2-47A7-BC89-06D76FD0BC5B}" srcId="{1DDA940D-2D49-4373-B03F-8755D08C93D2}" destId="{3F35607E-2103-4A8E-8CFD-815CC8F01024}" srcOrd="7" destOrd="0" parTransId="{298C06CE-75A0-4769-802C-E2644BD1EB99}" sibTransId="{E25CB6B0-EDF2-43D2-9AF4-79705B19E6FA}"/>
    <dgm:cxn modelId="{74B2D8E3-CED1-4E2D-8768-27B4E6CCAF02}" srcId="{1DDA940D-2D49-4373-B03F-8755D08C93D2}" destId="{5453E6AF-A886-4F82-BE60-1B86C668EE96}" srcOrd="3" destOrd="0" parTransId="{CCBC89DD-16C6-4080-8DBE-8A4C3BF63830}" sibTransId="{DB6433DC-D8F6-4CD6-A7D1-5B725D911788}"/>
    <dgm:cxn modelId="{84DB0394-BD0E-401C-ABF2-190FBDA08B3D}" type="presParOf" srcId="{9F70E08D-B6AE-4B26-9616-C88CA7BDEC36}" destId="{FB465DF7-B82B-4D53-971F-A27A1939BFC0}" srcOrd="0" destOrd="0" presId="urn:microsoft.com/office/officeart/2018/2/layout/IconLabelList"/>
    <dgm:cxn modelId="{C7D775C6-3977-4235-854B-FF2959D5C7F8}" type="presParOf" srcId="{FB465DF7-B82B-4D53-971F-A27A1939BFC0}" destId="{CAE863C4-D1AE-40D7-8BAD-EEC1C45E14CC}" srcOrd="0" destOrd="0" presId="urn:microsoft.com/office/officeart/2018/2/layout/IconLabelList"/>
    <dgm:cxn modelId="{73D1A402-9C2B-4FE1-A775-0266B30A997B}" type="presParOf" srcId="{FB465DF7-B82B-4D53-971F-A27A1939BFC0}" destId="{1AF690C7-5C41-4177-B18F-51FC37770FA6}" srcOrd="1" destOrd="0" presId="urn:microsoft.com/office/officeart/2018/2/layout/IconLabelList"/>
    <dgm:cxn modelId="{D72A75BE-634E-47C2-9F27-8FE29C290E1A}" type="presParOf" srcId="{FB465DF7-B82B-4D53-971F-A27A1939BFC0}" destId="{9AFB6BD5-387E-44BB-AD14-F8AC1F648A44}" srcOrd="2" destOrd="0" presId="urn:microsoft.com/office/officeart/2018/2/layout/IconLabelList"/>
    <dgm:cxn modelId="{26A9F7DA-FF05-4369-AF2A-9056FB5991B2}" type="presParOf" srcId="{9F70E08D-B6AE-4B26-9616-C88CA7BDEC36}" destId="{DCE7D839-24C2-446C-A1C8-755B2CFE5CE5}" srcOrd="1" destOrd="0" presId="urn:microsoft.com/office/officeart/2018/2/layout/IconLabelList"/>
    <dgm:cxn modelId="{4480AD74-6932-45AB-BAA7-926FD66261AA}" type="presParOf" srcId="{9F70E08D-B6AE-4B26-9616-C88CA7BDEC36}" destId="{FB689C63-88A5-46D0-94EC-9231D9D6D0AD}" srcOrd="2" destOrd="0" presId="urn:microsoft.com/office/officeart/2018/2/layout/IconLabelList"/>
    <dgm:cxn modelId="{F1A369B9-A34D-46BE-9184-DBEB9C4CD780}" type="presParOf" srcId="{FB689C63-88A5-46D0-94EC-9231D9D6D0AD}" destId="{63BFFC11-0A0E-4153-9331-E4C32CCF8DF0}" srcOrd="0" destOrd="0" presId="urn:microsoft.com/office/officeart/2018/2/layout/IconLabelList"/>
    <dgm:cxn modelId="{02B47F1F-0AC9-4F9C-B695-72397D722029}" type="presParOf" srcId="{FB689C63-88A5-46D0-94EC-9231D9D6D0AD}" destId="{CF5C6819-B2B2-4DD4-A3FC-BB8ED95A58D5}" srcOrd="1" destOrd="0" presId="urn:microsoft.com/office/officeart/2018/2/layout/IconLabelList"/>
    <dgm:cxn modelId="{2D076AAD-327C-417D-B9E4-5C9270D9DFA9}" type="presParOf" srcId="{FB689C63-88A5-46D0-94EC-9231D9D6D0AD}" destId="{8F2A7D4D-E173-4EA9-870A-340811306FA7}" srcOrd="2" destOrd="0" presId="urn:microsoft.com/office/officeart/2018/2/layout/IconLabelList"/>
    <dgm:cxn modelId="{2F5F35E0-8E3E-41D4-B86C-F26F10245873}" type="presParOf" srcId="{9F70E08D-B6AE-4B26-9616-C88CA7BDEC36}" destId="{895BD3DD-070E-48D8-8862-92160F01E957}" srcOrd="3" destOrd="0" presId="urn:microsoft.com/office/officeart/2018/2/layout/IconLabelList"/>
    <dgm:cxn modelId="{79385631-BD01-414A-9965-FD8DA328CBCA}" type="presParOf" srcId="{9F70E08D-B6AE-4B26-9616-C88CA7BDEC36}" destId="{01866A97-79D7-40CD-8D34-1BA7083ECB1C}" srcOrd="4" destOrd="0" presId="urn:microsoft.com/office/officeart/2018/2/layout/IconLabelList"/>
    <dgm:cxn modelId="{5FEEEEDD-550A-4E8C-B41A-2D46848A7FEC}" type="presParOf" srcId="{01866A97-79D7-40CD-8D34-1BA7083ECB1C}" destId="{BB57A550-C9A6-4900-9D0C-9E57AA4F1660}" srcOrd="0" destOrd="0" presId="urn:microsoft.com/office/officeart/2018/2/layout/IconLabelList"/>
    <dgm:cxn modelId="{1EFD7574-76C2-4CE8-9ECB-EAEC6FBCD1EF}" type="presParOf" srcId="{01866A97-79D7-40CD-8D34-1BA7083ECB1C}" destId="{87454E51-04D8-4C1C-8F63-FFA51AF08C48}" srcOrd="1" destOrd="0" presId="urn:microsoft.com/office/officeart/2018/2/layout/IconLabelList"/>
    <dgm:cxn modelId="{157724D7-619F-4C0D-9F0E-03EF5092F33A}" type="presParOf" srcId="{01866A97-79D7-40CD-8D34-1BA7083ECB1C}" destId="{44E16145-CFCA-4FFC-B4E8-D45A4DA640E6}" srcOrd="2" destOrd="0" presId="urn:microsoft.com/office/officeart/2018/2/layout/IconLabelList"/>
    <dgm:cxn modelId="{9BFD4D8C-9D98-4F57-BE94-6726F70C7F41}" type="presParOf" srcId="{9F70E08D-B6AE-4B26-9616-C88CA7BDEC36}" destId="{D333F311-F8A2-4D2E-83ED-63C59A65E15E}" srcOrd="5" destOrd="0" presId="urn:microsoft.com/office/officeart/2018/2/layout/IconLabelList"/>
    <dgm:cxn modelId="{451D2BC8-738E-4DC1-9967-18D2A57D27F7}" type="presParOf" srcId="{9F70E08D-B6AE-4B26-9616-C88CA7BDEC36}" destId="{93B70799-1798-4047-B94B-D2DA094A009C}" srcOrd="6" destOrd="0" presId="urn:microsoft.com/office/officeart/2018/2/layout/IconLabelList"/>
    <dgm:cxn modelId="{46B792D2-03C9-4151-BBF3-D37A4FDBDE92}" type="presParOf" srcId="{93B70799-1798-4047-B94B-D2DA094A009C}" destId="{C58FE596-9B32-471C-8DB5-EFB0EB800C35}" srcOrd="0" destOrd="0" presId="urn:microsoft.com/office/officeart/2018/2/layout/IconLabelList"/>
    <dgm:cxn modelId="{10CEC3E3-633E-473F-B7C5-83392860337A}" type="presParOf" srcId="{93B70799-1798-4047-B94B-D2DA094A009C}" destId="{060E5CF1-970B-41A5-B41D-2126DBCFFAF2}" srcOrd="1" destOrd="0" presId="urn:microsoft.com/office/officeart/2018/2/layout/IconLabelList"/>
    <dgm:cxn modelId="{47F05E8C-95AB-443A-9A7D-270FCD94E659}" type="presParOf" srcId="{93B70799-1798-4047-B94B-D2DA094A009C}" destId="{BD57DE71-3E03-4C46-9D5E-600C46D6DC65}" srcOrd="2" destOrd="0" presId="urn:microsoft.com/office/officeart/2018/2/layout/IconLabelList"/>
    <dgm:cxn modelId="{9F366A2C-6E71-4EA4-A62D-6262AC864864}" type="presParOf" srcId="{9F70E08D-B6AE-4B26-9616-C88CA7BDEC36}" destId="{C812488A-289E-43C8-8A26-ACCDBD3E587C}" srcOrd="7" destOrd="0" presId="urn:microsoft.com/office/officeart/2018/2/layout/IconLabelList"/>
    <dgm:cxn modelId="{5A160B79-20E9-4E70-B1F9-983746C6F86F}" type="presParOf" srcId="{9F70E08D-B6AE-4B26-9616-C88CA7BDEC36}" destId="{B66B4E17-4B27-47A7-AA8C-6ABF387BDC20}" srcOrd="8" destOrd="0" presId="urn:microsoft.com/office/officeart/2018/2/layout/IconLabelList"/>
    <dgm:cxn modelId="{6AE4E0FA-4AEA-4701-A860-07F479A602F9}" type="presParOf" srcId="{B66B4E17-4B27-47A7-AA8C-6ABF387BDC20}" destId="{CAE1F044-2482-406E-9353-97E671E5978E}" srcOrd="0" destOrd="0" presId="urn:microsoft.com/office/officeart/2018/2/layout/IconLabelList"/>
    <dgm:cxn modelId="{BE690751-D765-43C1-8ACD-48E0BCA19ACF}" type="presParOf" srcId="{B66B4E17-4B27-47A7-AA8C-6ABF387BDC20}" destId="{C5D84D9B-C6A8-4BB3-B9C6-3848247A29D5}" srcOrd="1" destOrd="0" presId="urn:microsoft.com/office/officeart/2018/2/layout/IconLabelList"/>
    <dgm:cxn modelId="{2305B7CF-C84C-49BE-9978-4B4B82159985}" type="presParOf" srcId="{B66B4E17-4B27-47A7-AA8C-6ABF387BDC20}" destId="{44ACCA97-4E43-4888-96F1-DF9E5684705F}" srcOrd="2" destOrd="0" presId="urn:microsoft.com/office/officeart/2018/2/layout/IconLabelList"/>
    <dgm:cxn modelId="{6E95FAF0-2002-488D-A26D-F637CAC82D13}" type="presParOf" srcId="{9F70E08D-B6AE-4B26-9616-C88CA7BDEC36}" destId="{07E18D7B-547D-42FC-9BB3-C4D271E1318F}" srcOrd="9" destOrd="0" presId="urn:microsoft.com/office/officeart/2018/2/layout/IconLabelList"/>
    <dgm:cxn modelId="{12CF8574-BBCA-4201-9056-3E15E7BA300F}" type="presParOf" srcId="{9F70E08D-B6AE-4B26-9616-C88CA7BDEC36}" destId="{167512B6-A7EE-4770-BA24-D349C12C8715}" srcOrd="10" destOrd="0" presId="urn:microsoft.com/office/officeart/2018/2/layout/IconLabelList"/>
    <dgm:cxn modelId="{4BF808C6-7CC4-44BC-A30E-7036828E54A2}" type="presParOf" srcId="{167512B6-A7EE-4770-BA24-D349C12C8715}" destId="{35C6F438-4BD4-4692-8467-C62BDE067DFA}" srcOrd="0" destOrd="0" presId="urn:microsoft.com/office/officeart/2018/2/layout/IconLabelList"/>
    <dgm:cxn modelId="{36592AF8-EE5C-4EDC-9695-E5C3511A1652}" type="presParOf" srcId="{167512B6-A7EE-4770-BA24-D349C12C8715}" destId="{258CC91B-2F88-4827-AA53-1DD9846B4D0D}" srcOrd="1" destOrd="0" presId="urn:microsoft.com/office/officeart/2018/2/layout/IconLabelList"/>
    <dgm:cxn modelId="{E60139EE-BD68-4B10-8470-71332C168258}" type="presParOf" srcId="{167512B6-A7EE-4770-BA24-D349C12C8715}" destId="{C35B853A-C2FE-4D22-8845-6A271CC743D2}" srcOrd="2" destOrd="0" presId="urn:microsoft.com/office/officeart/2018/2/layout/IconLabelList"/>
    <dgm:cxn modelId="{BE8CDADA-4A8F-47B2-9F4A-601B98E53F03}" type="presParOf" srcId="{9F70E08D-B6AE-4B26-9616-C88CA7BDEC36}" destId="{242207A8-E41B-4F65-B612-0A98DF34D30D}" srcOrd="11" destOrd="0" presId="urn:microsoft.com/office/officeart/2018/2/layout/IconLabelList"/>
    <dgm:cxn modelId="{DA49D12B-61A6-4853-99B8-B2E71467DE9B}" type="presParOf" srcId="{9F70E08D-B6AE-4B26-9616-C88CA7BDEC36}" destId="{BA5912C1-F368-4241-98EE-45526B9865AC}" srcOrd="12" destOrd="0" presId="urn:microsoft.com/office/officeart/2018/2/layout/IconLabelList"/>
    <dgm:cxn modelId="{5FFEB2BE-28E0-497F-AA71-132BC9FCD3BA}" type="presParOf" srcId="{BA5912C1-F368-4241-98EE-45526B9865AC}" destId="{3ED310AC-3014-462C-ACA2-4B1D3D320DE5}" srcOrd="0" destOrd="0" presId="urn:microsoft.com/office/officeart/2018/2/layout/IconLabelList"/>
    <dgm:cxn modelId="{21FA40B8-7479-46D1-ABBB-38AC494D96A5}" type="presParOf" srcId="{BA5912C1-F368-4241-98EE-45526B9865AC}" destId="{3E4CC8CF-9210-4D3B-87D2-373476A85E25}" srcOrd="1" destOrd="0" presId="urn:microsoft.com/office/officeart/2018/2/layout/IconLabelList"/>
    <dgm:cxn modelId="{51C4652A-CB64-4446-B874-EFC701E23AAF}" type="presParOf" srcId="{BA5912C1-F368-4241-98EE-45526B9865AC}" destId="{48B1DA40-69F1-4FBB-AD95-53B367EAFD40}" srcOrd="2" destOrd="0" presId="urn:microsoft.com/office/officeart/2018/2/layout/IconLabelList"/>
    <dgm:cxn modelId="{77F24E9C-54F7-4773-ACAE-1CB392034BA0}" type="presParOf" srcId="{9F70E08D-B6AE-4B26-9616-C88CA7BDEC36}" destId="{FB725479-F75A-4898-AA62-A852436FE7B7}" srcOrd="13" destOrd="0" presId="urn:microsoft.com/office/officeart/2018/2/layout/IconLabelList"/>
    <dgm:cxn modelId="{FA81FFCD-E0C5-45E9-81EB-F7D16C2AC7F3}" type="presParOf" srcId="{9F70E08D-B6AE-4B26-9616-C88CA7BDEC36}" destId="{2FE48693-E2CD-41DE-9503-749E67D0C83E}" srcOrd="14" destOrd="0" presId="urn:microsoft.com/office/officeart/2018/2/layout/IconLabelList"/>
    <dgm:cxn modelId="{258D9E29-D2B5-4E78-9011-FD35C1F00C8D}" type="presParOf" srcId="{2FE48693-E2CD-41DE-9503-749E67D0C83E}" destId="{E3FF6E23-BFF2-4D47-BB7F-904746071CEB}" srcOrd="0" destOrd="0" presId="urn:microsoft.com/office/officeart/2018/2/layout/IconLabelList"/>
    <dgm:cxn modelId="{D66142E7-1094-4A75-ADC6-63D651E0E53B}" type="presParOf" srcId="{2FE48693-E2CD-41DE-9503-749E67D0C83E}" destId="{CAA21BB7-B9B0-4153-B744-1E7CEF68F387}" srcOrd="1" destOrd="0" presId="urn:microsoft.com/office/officeart/2018/2/layout/IconLabelList"/>
    <dgm:cxn modelId="{3FAF012A-57B6-4A0E-BBD3-A4C51AF8362D}" type="presParOf" srcId="{2FE48693-E2CD-41DE-9503-749E67D0C83E}" destId="{6165D8B2-C4D8-41DB-A520-F807B9F0201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CB74A4-64F7-4E22-80A5-8B08C17AB89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79D499C-F260-4CAF-914A-C087D380EAA2}">
      <dgm:prSet/>
      <dgm:spPr/>
      <dgm:t>
        <a:bodyPr/>
        <a:lstStyle/>
        <a:p>
          <a:r>
            <a:rPr lang="en-US"/>
            <a:t>Each section cut expresses a transition of emotions using shading. The foreground is dark, representing intense feelings, while the background gradually becomes lighter, showing emotional release and clarity.</a:t>
          </a:r>
        </a:p>
      </dgm:t>
    </dgm:pt>
    <dgm:pt modelId="{CD70C95F-15A1-4FB6-8CAC-FC4C8BFE4A57}" type="parTrans" cxnId="{7DA73C10-8B6A-409A-90B9-DF26CBEA6332}">
      <dgm:prSet/>
      <dgm:spPr/>
      <dgm:t>
        <a:bodyPr/>
        <a:lstStyle/>
        <a:p>
          <a:endParaRPr lang="en-US"/>
        </a:p>
      </dgm:t>
    </dgm:pt>
    <dgm:pt modelId="{0189B778-361E-4581-A28D-051B78444145}" type="sibTrans" cxnId="{7DA73C10-8B6A-409A-90B9-DF26CBEA6332}">
      <dgm:prSet/>
      <dgm:spPr/>
      <dgm:t>
        <a:bodyPr/>
        <a:lstStyle/>
        <a:p>
          <a:endParaRPr lang="en-US"/>
        </a:p>
      </dgm:t>
    </dgm:pt>
    <dgm:pt modelId="{1D37150A-9002-422C-9D76-8AA25A6B13CD}">
      <dgm:prSet/>
      <dgm:spPr/>
      <dgm:t>
        <a:bodyPr/>
        <a:lstStyle/>
        <a:p>
          <a:r>
            <a:rPr lang="en-US"/>
            <a:t>Examples:</a:t>
          </a:r>
        </a:p>
      </dgm:t>
    </dgm:pt>
    <dgm:pt modelId="{1DDDA99C-88DA-4671-A374-EA1F8AABBF1F}" type="parTrans" cxnId="{507119BC-75E3-465A-B96C-194CCC019711}">
      <dgm:prSet/>
      <dgm:spPr/>
      <dgm:t>
        <a:bodyPr/>
        <a:lstStyle/>
        <a:p>
          <a:endParaRPr lang="en-US"/>
        </a:p>
      </dgm:t>
    </dgm:pt>
    <dgm:pt modelId="{35189490-00D6-49AC-A59F-5BBFEB6D9696}" type="sibTrans" cxnId="{507119BC-75E3-465A-B96C-194CCC019711}">
      <dgm:prSet/>
      <dgm:spPr/>
      <dgm:t>
        <a:bodyPr/>
        <a:lstStyle/>
        <a:p>
          <a:endParaRPr lang="en-US"/>
        </a:p>
      </dgm:t>
    </dgm:pt>
    <dgm:pt modelId="{D3593695-2E48-4EC2-A703-7351AF1AF196}">
      <dgm:prSet/>
      <dgm:spPr/>
      <dgm:t>
        <a:bodyPr/>
        <a:lstStyle/>
        <a:p>
          <a:r>
            <a:rPr lang="en-US"/>
            <a:t>• Garden of Renewal — dark soil tones shifting to bright greenery</a:t>
          </a:r>
        </a:p>
      </dgm:t>
    </dgm:pt>
    <dgm:pt modelId="{5AF2D182-2C7C-4DA5-8213-1C3C5AF008B8}" type="parTrans" cxnId="{02FF9AC4-B76B-445E-AB8A-602956A3E489}">
      <dgm:prSet/>
      <dgm:spPr/>
      <dgm:t>
        <a:bodyPr/>
        <a:lstStyle/>
        <a:p>
          <a:endParaRPr lang="en-US"/>
        </a:p>
      </dgm:t>
    </dgm:pt>
    <dgm:pt modelId="{955DBD6C-71DB-4381-BFE0-96316750FA6A}" type="sibTrans" cxnId="{02FF9AC4-B76B-445E-AB8A-602956A3E489}">
      <dgm:prSet/>
      <dgm:spPr/>
      <dgm:t>
        <a:bodyPr/>
        <a:lstStyle/>
        <a:p>
          <a:endParaRPr lang="en-US"/>
        </a:p>
      </dgm:t>
    </dgm:pt>
    <dgm:pt modelId="{87BB64D9-18C2-4AC6-BA21-B0DD71724629}">
      <dgm:prSet/>
      <dgm:spPr/>
      <dgm:t>
        <a:bodyPr/>
        <a:lstStyle/>
        <a:p>
          <a:r>
            <a:rPr lang="en-US"/>
            <a:t>• Studio of Creation — strong shadows becoming energetic light</a:t>
          </a:r>
        </a:p>
      </dgm:t>
    </dgm:pt>
    <dgm:pt modelId="{F3C636F9-CEA1-4C05-B11B-367A94DE514C}" type="parTrans" cxnId="{887A84E4-F205-49D2-88A8-C6C26F9200D9}">
      <dgm:prSet/>
      <dgm:spPr/>
      <dgm:t>
        <a:bodyPr/>
        <a:lstStyle/>
        <a:p>
          <a:endParaRPr lang="en-US"/>
        </a:p>
      </dgm:t>
    </dgm:pt>
    <dgm:pt modelId="{9758541F-6BF8-4B73-930D-5051A03050ED}" type="sibTrans" cxnId="{887A84E4-F205-49D2-88A8-C6C26F9200D9}">
      <dgm:prSet/>
      <dgm:spPr/>
      <dgm:t>
        <a:bodyPr/>
        <a:lstStyle/>
        <a:p>
          <a:endParaRPr lang="en-US"/>
        </a:p>
      </dgm:t>
    </dgm:pt>
    <dgm:pt modelId="{3162AE9A-51E5-4B46-8119-5EEF1EDCDDA5}">
      <dgm:prSet/>
      <dgm:spPr/>
      <dgm:t>
        <a:bodyPr/>
        <a:lstStyle/>
        <a:p>
          <a:r>
            <a:rPr lang="en-US"/>
            <a:t>• Core of Memory — layered darkness fading into soft tones</a:t>
          </a:r>
        </a:p>
      </dgm:t>
    </dgm:pt>
    <dgm:pt modelId="{3A2C358B-39FA-4C20-8B13-14B5FA059B38}" type="parTrans" cxnId="{F93DD735-FCE2-402B-96B6-6903CA9A804D}">
      <dgm:prSet/>
      <dgm:spPr/>
      <dgm:t>
        <a:bodyPr/>
        <a:lstStyle/>
        <a:p>
          <a:endParaRPr lang="en-US"/>
        </a:p>
      </dgm:t>
    </dgm:pt>
    <dgm:pt modelId="{5C37A7A9-38B1-4C5D-8798-3396491D549A}" type="sibTrans" cxnId="{F93DD735-FCE2-402B-96B6-6903CA9A804D}">
      <dgm:prSet/>
      <dgm:spPr/>
      <dgm:t>
        <a:bodyPr/>
        <a:lstStyle/>
        <a:p>
          <a:endParaRPr lang="en-US"/>
        </a:p>
      </dgm:t>
    </dgm:pt>
    <dgm:pt modelId="{44702D7C-30A3-4C00-A97A-D359AA28EBAA}">
      <dgm:prSet/>
      <dgm:spPr/>
      <dgm:t>
        <a:bodyPr/>
        <a:lstStyle/>
        <a:p>
          <a:r>
            <a:rPr lang="en-US"/>
            <a:t>Shore of Anxiety — sharp contrasts calming toward the horizon</a:t>
          </a:r>
        </a:p>
      </dgm:t>
    </dgm:pt>
    <dgm:pt modelId="{A7C7ACFB-5772-43C6-A3AB-67DC23EFB1AF}" type="parTrans" cxnId="{048508C9-5CF1-4EF3-86FC-2522E0B537E2}">
      <dgm:prSet/>
      <dgm:spPr/>
      <dgm:t>
        <a:bodyPr/>
        <a:lstStyle/>
        <a:p>
          <a:endParaRPr lang="en-US"/>
        </a:p>
      </dgm:t>
    </dgm:pt>
    <dgm:pt modelId="{66EFEA61-B4DD-41EA-B3EC-CD15786067D2}" type="sibTrans" cxnId="{048508C9-5CF1-4EF3-86FC-2522E0B537E2}">
      <dgm:prSet/>
      <dgm:spPr/>
      <dgm:t>
        <a:bodyPr/>
        <a:lstStyle/>
        <a:p>
          <a:endParaRPr lang="en-US"/>
        </a:p>
      </dgm:t>
    </dgm:pt>
    <dgm:pt modelId="{59FE42D3-3714-48B4-BCE8-93EE7A471FB7}">
      <dgm:prSet/>
      <dgm:spPr/>
      <dgm:t>
        <a:bodyPr/>
        <a:lstStyle/>
        <a:p>
          <a:r>
            <a:rPr lang="en-US"/>
            <a:t>• Room of Reflection — still, quiet gradients</a:t>
          </a:r>
        </a:p>
      </dgm:t>
    </dgm:pt>
    <dgm:pt modelId="{8F8D6B28-A4F5-4708-996F-63F918B3F04A}" type="parTrans" cxnId="{CA5013AE-A353-4B96-8179-DF364C0C1798}">
      <dgm:prSet/>
      <dgm:spPr/>
      <dgm:t>
        <a:bodyPr/>
        <a:lstStyle/>
        <a:p>
          <a:endParaRPr lang="en-US"/>
        </a:p>
      </dgm:t>
    </dgm:pt>
    <dgm:pt modelId="{4F6B5846-A9B2-467B-B74A-401E9F25296B}" type="sibTrans" cxnId="{CA5013AE-A353-4B96-8179-DF364C0C1798}">
      <dgm:prSet/>
      <dgm:spPr/>
      <dgm:t>
        <a:bodyPr/>
        <a:lstStyle/>
        <a:p>
          <a:endParaRPr lang="en-US"/>
        </a:p>
      </dgm:t>
    </dgm:pt>
    <dgm:pt modelId="{204768D3-6CA0-446C-B613-7CA6104E0B39}">
      <dgm:prSet/>
      <dgm:spPr/>
      <dgm:t>
        <a:bodyPr/>
        <a:lstStyle/>
        <a:p>
          <a:r>
            <a:rPr lang="en-US"/>
            <a:t>This technique creates a visual emotional journey in every section.</a:t>
          </a:r>
        </a:p>
      </dgm:t>
    </dgm:pt>
    <dgm:pt modelId="{03D24EF4-37F0-4E44-832C-D6C24E2D0DA1}" type="parTrans" cxnId="{BC36352A-0E51-4D37-AF6C-CD81829AF32D}">
      <dgm:prSet/>
      <dgm:spPr/>
      <dgm:t>
        <a:bodyPr/>
        <a:lstStyle/>
        <a:p>
          <a:endParaRPr lang="en-US"/>
        </a:p>
      </dgm:t>
    </dgm:pt>
    <dgm:pt modelId="{583978FE-B47F-4382-A1AD-8DEBF7B26F10}" type="sibTrans" cxnId="{BC36352A-0E51-4D37-AF6C-CD81829AF32D}">
      <dgm:prSet/>
      <dgm:spPr/>
      <dgm:t>
        <a:bodyPr/>
        <a:lstStyle/>
        <a:p>
          <a:endParaRPr lang="en-US"/>
        </a:p>
      </dgm:t>
    </dgm:pt>
    <dgm:pt modelId="{480426C0-9210-4EB8-B407-923855190B7D}" type="pres">
      <dgm:prSet presAssocID="{76CB74A4-64F7-4E22-80A5-8B08C17AB893}" presName="Name0" presStyleCnt="0">
        <dgm:presLayoutVars>
          <dgm:dir/>
          <dgm:resizeHandles val="exact"/>
        </dgm:presLayoutVars>
      </dgm:prSet>
      <dgm:spPr/>
    </dgm:pt>
    <dgm:pt modelId="{463E1846-0E50-432F-92C4-E3C3B48036ED}" type="pres">
      <dgm:prSet presAssocID="{A79D499C-F260-4CAF-914A-C087D380EAA2}" presName="node" presStyleLbl="node1" presStyleIdx="0" presStyleCnt="7">
        <dgm:presLayoutVars>
          <dgm:bulletEnabled val="1"/>
        </dgm:presLayoutVars>
      </dgm:prSet>
      <dgm:spPr/>
    </dgm:pt>
    <dgm:pt modelId="{EFD1B3AC-50E1-45F3-9A45-3B4C73F59CA2}" type="pres">
      <dgm:prSet presAssocID="{0189B778-361E-4581-A28D-051B78444145}" presName="sibTrans" presStyleLbl="sibTrans1D1" presStyleIdx="0" presStyleCnt="6"/>
      <dgm:spPr/>
    </dgm:pt>
    <dgm:pt modelId="{F9761858-F940-4AFA-8182-E4148B9B42C6}" type="pres">
      <dgm:prSet presAssocID="{0189B778-361E-4581-A28D-051B78444145}" presName="connectorText" presStyleLbl="sibTrans1D1" presStyleIdx="0" presStyleCnt="6"/>
      <dgm:spPr/>
    </dgm:pt>
    <dgm:pt modelId="{33E8A662-A028-44D7-9B93-ECA641C76C5F}" type="pres">
      <dgm:prSet presAssocID="{1D37150A-9002-422C-9D76-8AA25A6B13CD}" presName="node" presStyleLbl="node1" presStyleIdx="1" presStyleCnt="7">
        <dgm:presLayoutVars>
          <dgm:bulletEnabled val="1"/>
        </dgm:presLayoutVars>
      </dgm:prSet>
      <dgm:spPr/>
    </dgm:pt>
    <dgm:pt modelId="{87110AD2-A9BC-4295-BC73-7A6AB62ED897}" type="pres">
      <dgm:prSet presAssocID="{35189490-00D6-49AC-A59F-5BBFEB6D9696}" presName="sibTrans" presStyleLbl="sibTrans1D1" presStyleIdx="1" presStyleCnt="6"/>
      <dgm:spPr/>
    </dgm:pt>
    <dgm:pt modelId="{028E8D9B-2175-479B-822E-5E58464D58AA}" type="pres">
      <dgm:prSet presAssocID="{35189490-00D6-49AC-A59F-5BBFEB6D9696}" presName="connectorText" presStyleLbl="sibTrans1D1" presStyleIdx="1" presStyleCnt="6"/>
      <dgm:spPr/>
    </dgm:pt>
    <dgm:pt modelId="{8399F4D0-0B58-457C-9960-FA6C15FDD430}" type="pres">
      <dgm:prSet presAssocID="{D3593695-2E48-4EC2-A703-7351AF1AF196}" presName="node" presStyleLbl="node1" presStyleIdx="2" presStyleCnt="7">
        <dgm:presLayoutVars>
          <dgm:bulletEnabled val="1"/>
        </dgm:presLayoutVars>
      </dgm:prSet>
      <dgm:spPr/>
    </dgm:pt>
    <dgm:pt modelId="{57D1F8FF-0F22-4F20-A148-90ED17EB4120}" type="pres">
      <dgm:prSet presAssocID="{955DBD6C-71DB-4381-BFE0-96316750FA6A}" presName="sibTrans" presStyleLbl="sibTrans1D1" presStyleIdx="2" presStyleCnt="6"/>
      <dgm:spPr/>
    </dgm:pt>
    <dgm:pt modelId="{56C6D4E8-CD7C-425F-8C4C-86F20082C4CC}" type="pres">
      <dgm:prSet presAssocID="{955DBD6C-71DB-4381-BFE0-96316750FA6A}" presName="connectorText" presStyleLbl="sibTrans1D1" presStyleIdx="2" presStyleCnt="6"/>
      <dgm:spPr/>
    </dgm:pt>
    <dgm:pt modelId="{2D2E169B-32F7-40C8-8A96-D4478E596D78}" type="pres">
      <dgm:prSet presAssocID="{87BB64D9-18C2-4AC6-BA21-B0DD71724629}" presName="node" presStyleLbl="node1" presStyleIdx="3" presStyleCnt="7">
        <dgm:presLayoutVars>
          <dgm:bulletEnabled val="1"/>
        </dgm:presLayoutVars>
      </dgm:prSet>
      <dgm:spPr/>
    </dgm:pt>
    <dgm:pt modelId="{FE018E39-F3CC-4D2D-B8DC-5747EC6B05D2}" type="pres">
      <dgm:prSet presAssocID="{9758541F-6BF8-4B73-930D-5051A03050ED}" presName="sibTrans" presStyleLbl="sibTrans1D1" presStyleIdx="3" presStyleCnt="6"/>
      <dgm:spPr/>
    </dgm:pt>
    <dgm:pt modelId="{5BBF405D-143D-4922-9600-06D593D11B77}" type="pres">
      <dgm:prSet presAssocID="{9758541F-6BF8-4B73-930D-5051A03050ED}" presName="connectorText" presStyleLbl="sibTrans1D1" presStyleIdx="3" presStyleCnt="6"/>
      <dgm:spPr/>
    </dgm:pt>
    <dgm:pt modelId="{EAA20CD1-2DE8-489B-93A4-5DF7891428E7}" type="pres">
      <dgm:prSet presAssocID="{3162AE9A-51E5-4B46-8119-5EEF1EDCDDA5}" presName="node" presStyleLbl="node1" presStyleIdx="4" presStyleCnt="7">
        <dgm:presLayoutVars>
          <dgm:bulletEnabled val="1"/>
        </dgm:presLayoutVars>
      </dgm:prSet>
      <dgm:spPr/>
    </dgm:pt>
    <dgm:pt modelId="{6E5A041C-398B-4293-8F11-A4CBA8600ACF}" type="pres">
      <dgm:prSet presAssocID="{5C37A7A9-38B1-4C5D-8798-3396491D549A}" presName="sibTrans" presStyleLbl="sibTrans1D1" presStyleIdx="4" presStyleCnt="6"/>
      <dgm:spPr/>
    </dgm:pt>
    <dgm:pt modelId="{997CDB36-539C-4E79-9B65-ACA1B23E3283}" type="pres">
      <dgm:prSet presAssocID="{5C37A7A9-38B1-4C5D-8798-3396491D549A}" presName="connectorText" presStyleLbl="sibTrans1D1" presStyleIdx="4" presStyleCnt="6"/>
      <dgm:spPr/>
    </dgm:pt>
    <dgm:pt modelId="{49E71E08-2286-4B63-A2BB-C7D6FCACFEE2}" type="pres">
      <dgm:prSet presAssocID="{59FE42D3-3714-48B4-BCE8-93EE7A471FB7}" presName="node" presStyleLbl="node1" presStyleIdx="5" presStyleCnt="7">
        <dgm:presLayoutVars>
          <dgm:bulletEnabled val="1"/>
        </dgm:presLayoutVars>
      </dgm:prSet>
      <dgm:spPr/>
    </dgm:pt>
    <dgm:pt modelId="{21E7A6B3-5927-41EE-97F7-C96A072F33DF}" type="pres">
      <dgm:prSet presAssocID="{4F6B5846-A9B2-467B-B74A-401E9F25296B}" presName="sibTrans" presStyleLbl="sibTrans1D1" presStyleIdx="5" presStyleCnt="6"/>
      <dgm:spPr/>
    </dgm:pt>
    <dgm:pt modelId="{69A495C5-A29D-4D1E-904B-D44A17D43B18}" type="pres">
      <dgm:prSet presAssocID="{4F6B5846-A9B2-467B-B74A-401E9F25296B}" presName="connectorText" presStyleLbl="sibTrans1D1" presStyleIdx="5" presStyleCnt="6"/>
      <dgm:spPr/>
    </dgm:pt>
    <dgm:pt modelId="{1062614C-6DFA-40CC-A28F-B97B18E518F5}" type="pres">
      <dgm:prSet presAssocID="{204768D3-6CA0-446C-B613-7CA6104E0B39}" presName="node" presStyleLbl="node1" presStyleIdx="6" presStyleCnt="7">
        <dgm:presLayoutVars>
          <dgm:bulletEnabled val="1"/>
        </dgm:presLayoutVars>
      </dgm:prSet>
      <dgm:spPr/>
    </dgm:pt>
  </dgm:ptLst>
  <dgm:cxnLst>
    <dgm:cxn modelId="{CB0A8000-7A0A-4B44-B865-D9352AEC554E}" type="presOf" srcId="{3162AE9A-51E5-4B46-8119-5EEF1EDCDDA5}" destId="{EAA20CD1-2DE8-489B-93A4-5DF7891428E7}" srcOrd="0" destOrd="0" presId="urn:microsoft.com/office/officeart/2016/7/layout/RepeatingBendingProcessNew"/>
    <dgm:cxn modelId="{21729908-3B52-454C-BE9D-A723C3858E93}" type="presOf" srcId="{0189B778-361E-4581-A28D-051B78444145}" destId="{F9761858-F940-4AFA-8182-E4148B9B42C6}" srcOrd="1" destOrd="0" presId="urn:microsoft.com/office/officeart/2016/7/layout/RepeatingBendingProcessNew"/>
    <dgm:cxn modelId="{2C48F509-27B8-4B36-9513-CE7155F3A9A7}" type="presOf" srcId="{9758541F-6BF8-4B73-930D-5051A03050ED}" destId="{FE018E39-F3CC-4D2D-B8DC-5747EC6B05D2}" srcOrd="0" destOrd="0" presId="urn:microsoft.com/office/officeart/2016/7/layout/RepeatingBendingProcessNew"/>
    <dgm:cxn modelId="{7DA73C10-8B6A-409A-90B9-DF26CBEA6332}" srcId="{76CB74A4-64F7-4E22-80A5-8B08C17AB893}" destId="{A79D499C-F260-4CAF-914A-C087D380EAA2}" srcOrd="0" destOrd="0" parTransId="{CD70C95F-15A1-4FB6-8CAC-FC4C8BFE4A57}" sibTransId="{0189B778-361E-4581-A28D-051B78444145}"/>
    <dgm:cxn modelId="{9E0EB51F-FC64-4EC2-9DDB-8758692EAFE9}" type="presOf" srcId="{4F6B5846-A9B2-467B-B74A-401E9F25296B}" destId="{21E7A6B3-5927-41EE-97F7-C96A072F33DF}" srcOrd="0" destOrd="0" presId="urn:microsoft.com/office/officeart/2016/7/layout/RepeatingBendingProcessNew"/>
    <dgm:cxn modelId="{BC97D21F-92BC-4B6B-B928-EDA754DDE24E}" type="presOf" srcId="{35189490-00D6-49AC-A59F-5BBFEB6D9696}" destId="{028E8D9B-2175-479B-822E-5E58464D58AA}" srcOrd="1" destOrd="0" presId="urn:microsoft.com/office/officeart/2016/7/layout/RepeatingBendingProcessNew"/>
    <dgm:cxn modelId="{F8DEA624-67F0-4A8B-8B39-708BCA2E172B}" type="presOf" srcId="{955DBD6C-71DB-4381-BFE0-96316750FA6A}" destId="{56C6D4E8-CD7C-425F-8C4C-86F20082C4CC}" srcOrd="1" destOrd="0" presId="urn:microsoft.com/office/officeart/2016/7/layout/RepeatingBendingProcessNew"/>
    <dgm:cxn modelId="{BC36352A-0E51-4D37-AF6C-CD81829AF32D}" srcId="{76CB74A4-64F7-4E22-80A5-8B08C17AB893}" destId="{204768D3-6CA0-446C-B613-7CA6104E0B39}" srcOrd="6" destOrd="0" parTransId="{03D24EF4-37F0-4E44-832C-D6C24E2D0DA1}" sibTransId="{583978FE-B47F-4382-A1AD-8DEBF7B26F10}"/>
    <dgm:cxn modelId="{F93DD735-FCE2-402B-96B6-6903CA9A804D}" srcId="{76CB74A4-64F7-4E22-80A5-8B08C17AB893}" destId="{3162AE9A-51E5-4B46-8119-5EEF1EDCDDA5}" srcOrd="4" destOrd="0" parTransId="{3A2C358B-39FA-4C20-8B13-14B5FA059B38}" sibTransId="{5C37A7A9-38B1-4C5D-8798-3396491D549A}"/>
    <dgm:cxn modelId="{96610C5B-0F84-40DF-8712-423D86BBF7A7}" type="presOf" srcId="{955DBD6C-71DB-4381-BFE0-96316750FA6A}" destId="{57D1F8FF-0F22-4F20-A148-90ED17EB4120}" srcOrd="0" destOrd="0" presId="urn:microsoft.com/office/officeart/2016/7/layout/RepeatingBendingProcessNew"/>
    <dgm:cxn modelId="{D361965C-DB04-4A53-AFDA-0631F2DC6136}" type="presOf" srcId="{A79D499C-F260-4CAF-914A-C087D380EAA2}" destId="{463E1846-0E50-432F-92C4-E3C3B48036ED}" srcOrd="0" destOrd="0" presId="urn:microsoft.com/office/officeart/2016/7/layout/RepeatingBendingProcessNew"/>
    <dgm:cxn modelId="{341A3267-3F31-4A41-90B0-51F47BD29BA1}" type="presOf" srcId="{D3593695-2E48-4EC2-A703-7351AF1AF196}" destId="{8399F4D0-0B58-457C-9960-FA6C15FDD430}" srcOrd="0" destOrd="0" presId="urn:microsoft.com/office/officeart/2016/7/layout/RepeatingBendingProcessNew"/>
    <dgm:cxn modelId="{404FCF48-0EC5-48F8-BE58-2CC5534AAE50}" type="presOf" srcId="{59FE42D3-3714-48B4-BCE8-93EE7A471FB7}" destId="{49E71E08-2286-4B63-A2BB-C7D6FCACFEE2}" srcOrd="0" destOrd="0" presId="urn:microsoft.com/office/officeart/2016/7/layout/RepeatingBendingProcessNew"/>
    <dgm:cxn modelId="{3BE10C54-9DDB-4AD0-A613-26BEC07DD2A0}" type="presOf" srcId="{9758541F-6BF8-4B73-930D-5051A03050ED}" destId="{5BBF405D-143D-4922-9600-06D593D11B77}" srcOrd="1" destOrd="0" presId="urn:microsoft.com/office/officeart/2016/7/layout/RepeatingBendingProcessNew"/>
    <dgm:cxn modelId="{6DFC6E55-F8B1-4E16-A021-03530A438E3A}" type="presOf" srcId="{0189B778-361E-4581-A28D-051B78444145}" destId="{EFD1B3AC-50E1-45F3-9A45-3B4C73F59CA2}" srcOrd="0" destOrd="0" presId="urn:microsoft.com/office/officeart/2016/7/layout/RepeatingBendingProcessNew"/>
    <dgm:cxn modelId="{9D17847F-4174-4455-BD46-2048A8893E0C}" type="presOf" srcId="{44702D7C-30A3-4C00-A97A-D359AA28EBAA}" destId="{EAA20CD1-2DE8-489B-93A4-5DF7891428E7}" srcOrd="0" destOrd="1" presId="urn:microsoft.com/office/officeart/2016/7/layout/RepeatingBendingProcessNew"/>
    <dgm:cxn modelId="{B9FE4A87-67F4-479E-B891-5ADBE92F3958}" type="presOf" srcId="{204768D3-6CA0-446C-B613-7CA6104E0B39}" destId="{1062614C-6DFA-40CC-A28F-B97B18E518F5}" srcOrd="0" destOrd="0" presId="urn:microsoft.com/office/officeart/2016/7/layout/RepeatingBendingProcessNew"/>
    <dgm:cxn modelId="{CA5013AE-A353-4B96-8179-DF364C0C1798}" srcId="{76CB74A4-64F7-4E22-80A5-8B08C17AB893}" destId="{59FE42D3-3714-48B4-BCE8-93EE7A471FB7}" srcOrd="5" destOrd="0" parTransId="{8F8D6B28-A4F5-4708-996F-63F918B3F04A}" sibTransId="{4F6B5846-A9B2-467B-B74A-401E9F25296B}"/>
    <dgm:cxn modelId="{507119BC-75E3-465A-B96C-194CCC019711}" srcId="{76CB74A4-64F7-4E22-80A5-8B08C17AB893}" destId="{1D37150A-9002-422C-9D76-8AA25A6B13CD}" srcOrd="1" destOrd="0" parTransId="{1DDDA99C-88DA-4671-A374-EA1F8AABBF1F}" sibTransId="{35189490-00D6-49AC-A59F-5BBFEB6D9696}"/>
    <dgm:cxn modelId="{02FF9AC4-B76B-445E-AB8A-602956A3E489}" srcId="{76CB74A4-64F7-4E22-80A5-8B08C17AB893}" destId="{D3593695-2E48-4EC2-A703-7351AF1AF196}" srcOrd="2" destOrd="0" parTransId="{5AF2D182-2C7C-4DA5-8213-1C3C5AF008B8}" sibTransId="{955DBD6C-71DB-4381-BFE0-96316750FA6A}"/>
    <dgm:cxn modelId="{43ACE3C4-127F-45A2-98A3-88480684265F}" type="presOf" srcId="{35189490-00D6-49AC-A59F-5BBFEB6D9696}" destId="{87110AD2-A9BC-4295-BC73-7A6AB62ED897}" srcOrd="0" destOrd="0" presId="urn:microsoft.com/office/officeart/2016/7/layout/RepeatingBendingProcessNew"/>
    <dgm:cxn modelId="{048508C9-5CF1-4EF3-86FC-2522E0B537E2}" srcId="{3162AE9A-51E5-4B46-8119-5EEF1EDCDDA5}" destId="{44702D7C-30A3-4C00-A97A-D359AA28EBAA}" srcOrd="0" destOrd="0" parTransId="{A7C7ACFB-5772-43C6-A3AB-67DC23EFB1AF}" sibTransId="{66EFEA61-B4DD-41EA-B3EC-CD15786067D2}"/>
    <dgm:cxn modelId="{D01621D5-06B7-4F31-93A0-A51F4661195B}" type="presOf" srcId="{76CB74A4-64F7-4E22-80A5-8B08C17AB893}" destId="{480426C0-9210-4EB8-B407-923855190B7D}" srcOrd="0" destOrd="0" presId="urn:microsoft.com/office/officeart/2016/7/layout/RepeatingBendingProcessNew"/>
    <dgm:cxn modelId="{25BA9DD6-421D-44A4-867B-5A883EE0C3DC}" type="presOf" srcId="{5C37A7A9-38B1-4C5D-8798-3396491D549A}" destId="{997CDB36-539C-4E79-9B65-ACA1B23E3283}" srcOrd="1" destOrd="0" presId="urn:microsoft.com/office/officeart/2016/7/layout/RepeatingBendingProcessNew"/>
    <dgm:cxn modelId="{887A84E4-F205-49D2-88A8-C6C26F9200D9}" srcId="{76CB74A4-64F7-4E22-80A5-8B08C17AB893}" destId="{87BB64D9-18C2-4AC6-BA21-B0DD71724629}" srcOrd="3" destOrd="0" parTransId="{F3C636F9-CEA1-4C05-B11B-367A94DE514C}" sibTransId="{9758541F-6BF8-4B73-930D-5051A03050ED}"/>
    <dgm:cxn modelId="{FE7EBCEE-20F9-4064-919C-B08D116B102F}" type="presOf" srcId="{87BB64D9-18C2-4AC6-BA21-B0DD71724629}" destId="{2D2E169B-32F7-40C8-8A96-D4478E596D78}" srcOrd="0" destOrd="0" presId="urn:microsoft.com/office/officeart/2016/7/layout/RepeatingBendingProcessNew"/>
    <dgm:cxn modelId="{6420DEF8-2E56-4C37-9C99-5BA44AEEADE9}" type="presOf" srcId="{5C37A7A9-38B1-4C5D-8798-3396491D549A}" destId="{6E5A041C-398B-4293-8F11-A4CBA8600ACF}" srcOrd="0" destOrd="0" presId="urn:microsoft.com/office/officeart/2016/7/layout/RepeatingBendingProcessNew"/>
    <dgm:cxn modelId="{6056B7F9-E79D-464C-B467-745490601643}" type="presOf" srcId="{4F6B5846-A9B2-467B-B74A-401E9F25296B}" destId="{69A495C5-A29D-4D1E-904B-D44A17D43B18}" srcOrd="1" destOrd="0" presId="urn:microsoft.com/office/officeart/2016/7/layout/RepeatingBendingProcessNew"/>
    <dgm:cxn modelId="{45F5E5FA-1724-470F-B247-C3CC0521378D}" type="presOf" srcId="{1D37150A-9002-422C-9D76-8AA25A6B13CD}" destId="{33E8A662-A028-44D7-9B93-ECA641C76C5F}" srcOrd="0" destOrd="0" presId="urn:microsoft.com/office/officeart/2016/7/layout/RepeatingBendingProcessNew"/>
    <dgm:cxn modelId="{BC1813BB-3B2F-46EE-A13B-901FA400007D}" type="presParOf" srcId="{480426C0-9210-4EB8-B407-923855190B7D}" destId="{463E1846-0E50-432F-92C4-E3C3B48036ED}" srcOrd="0" destOrd="0" presId="urn:microsoft.com/office/officeart/2016/7/layout/RepeatingBendingProcessNew"/>
    <dgm:cxn modelId="{554523AE-A184-45E2-B191-7B89E2FECFE6}" type="presParOf" srcId="{480426C0-9210-4EB8-B407-923855190B7D}" destId="{EFD1B3AC-50E1-45F3-9A45-3B4C73F59CA2}" srcOrd="1" destOrd="0" presId="urn:microsoft.com/office/officeart/2016/7/layout/RepeatingBendingProcessNew"/>
    <dgm:cxn modelId="{522151E1-BE64-411C-82C3-4F6F26C6B1D3}" type="presParOf" srcId="{EFD1B3AC-50E1-45F3-9A45-3B4C73F59CA2}" destId="{F9761858-F940-4AFA-8182-E4148B9B42C6}" srcOrd="0" destOrd="0" presId="urn:microsoft.com/office/officeart/2016/7/layout/RepeatingBendingProcessNew"/>
    <dgm:cxn modelId="{C1904857-DBF7-4E6F-BBF0-CBFD7F115CDD}" type="presParOf" srcId="{480426C0-9210-4EB8-B407-923855190B7D}" destId="{33E8A662-A028-44D7-9B93-ECA641C76C5F}" srcOrd="2" destOrd="0" presId="urn:microsoft.com/office/officeart/2016/7/layout/RepeatingBendingProcessNew"/>
    <dgm:cxn modelId="{30181462-EB73-4D62-9EBA-2A68A0D732A2}" type="presParOf" srcId="{480426C0-9210-4EB8-B407-923855190B7D}" destId="{87110AD2-A9BC-4295-BC73-7A6AB62ED897}" srcOrd="3" destOrd="0" presId="urn:microsoft.com/office/officeart/2016/7/layout/RepeatingBendingProcessNew"/>
    <dgm:cxn modelId="{A28DA197-1E50-48C3-B7F0-E2341A752B1A}" type="presParOf" srcId="{87110AD2-A9BC-4295-BC73-7A6AB62ED897}" destId="{028E8D9B-2175-479B-822E-5E58464D58AA}" srcOrd="0" destOrd="0" presId="urn:microsoft.com/office/officeart/2016/7/layout/RepeatingBendingProcessNew"/>
    <dgm:cxn modelId="{95D1E6D1-62E3-46A1-A587-8ECCDBF40FCE}" type="presParOf" srcId="{480426C0-9210-4EB8-B407-923855190B7D}" destId="{8399F4D0-0B58-457C-9960-FA6C15FDD430}" srcOrd="4" destOrd="0" presId="urn:microsoft.com/office/officeart/2016/7/layout/RepeatingBendingProcessNew"/>
    <dgm:cxn modelId="{46B8ACCE-CE24-468F-A9A0-3891E9527785}" type="presParOf" srcId="{480426C0-9210-4EB8-B407-923855190B7D}" destId="{57D1F8FF-0F22-4F20-A148-90ED17EB4120}" srcOrd="5" destOrd="0" presId="urn:microsoft.com/office/officeart/2016/7/layout/RepeatingBendingProcessNew"/>
    <dgm:cxn modelId="{60F266C2-84B7-48F4-914F-B2E2F10A4E2D}" type="presParOf" srcId="{57D1F8FF-0F22-4F20-A148-90ED17EB4120}" destId="{56C6D4E8-CD7C-425F-8C4C-86F20082C4CC}" srcOrd="0" destOrd="0" presId="urn:microsoft.com/office/officeart/2016/7/layout/RepeatingBendingProcessNew"/>
    <dgm:cxn modelId="{413BF7BD-8A3F-4BBB-8418-CE49C04BFC47}" type="presParOf" srcId="{480426C0-9210-4EB8-B407-923855190B7D}" destId="{2D2E169B-32F7-40C8-8A96-D4478E596D78}" srcOrd="6" destOrd="0" presId="urn:microsoft.com/office/officeart/2016/7/layout/RepeatingBendingProcessNew"/>
    <dgm:cxn modelId="{76325E15-914E-4B53-9BBC-FE234A31BECE}" type="presParOf" srcId="{480426C0-9210-4EB8-B407-923855190B7D}" destId="{FE018E39-F3CC-4D2D-B8DC-5747EC6B05D2}" srcOrd="7" destOrd="0" presId="urn:microsoft.com/office/officeart/2016/7/layout/RepeatingBendingProcessNew"/>
    <dgm:cxn modelId="{07D22332-A67B-411C-A8E8-55897330AEC4}" type="presParOf" srcId="{FE018E39-F3CC-4D2D-B8DC-5747EC6B05D2}" destId="{5BBF405D-143D-4922-9600-06D593D11B77}" srcOrd="0" destOrd="0" presId="urn:microsoft.com/office/officeart/2016/7/layout/RepeatingBendingProcessNew"/>
    <dgm:cxn modelId="{FEC477C6-E1C6-4C67-AEDE-7AF46B3EE242}" type="presParOf" srcId="{480426C0-9210-4EB8-B407-923855190B7D}" destId="{EAA20CD1-2DE8-489B-93A4-5DF7891428E7}" srcOrd="8" destOrd="0" presId="urn:microsoft.com/office/officeart/2016/7/layout/RepeatingBendingProcessNew"/>
    <dgm:cxn modelId="{606EA997-B6FC-4D7F-BB02-1DA5F24599A1}" type="presParOf" srcId="{480426C0-9210-4EB8-B407-923855190B7D}" destId="{6E5A041C-398B-4293-8F11-A4CBA8600ACF}" srcOrd="9" destOrd="0" presId="urn:microsoft.com/office/officeart/2016/7/layout/RepeatingBendingProcessNew"/>
    <dgm:cxn modelId="{499A44BD-A995-47B4-833F-45F3F0562A0F}" type="presParOf" srcId="{6E5A041C-398B-4293-8F11-A4CBA8600ACF}" destId="{997CDB36-539C-4E79-9B65-ACA1B23E3283}" srcOrd="0" destOrd="0" presId="urn:microsoft.com/office/officeart/2016/7/layout/RepeatingBendingProcessNew"/>
    <dgm:cxn modelId="{80D30EA5-C1C0-4D7A-A487-198BC6D5BCB3}" type="presParOf" srcId="{480426C0-9210-4EB8-B407-923855190B7D}" destId="{49E71E08-2286-4B63-A2BB-C7D6FCACFEE2}" srcOrd="10" destOrd="0" presId="urn:microsoft.com/office/officeart/2016/7/layout/RepeatingBendingProcessNew"/>
    <dgm:cxn modelId="{8CC5DD99-17C7-4FFA-A862-607199FEC9CB}" type="presParOf" srcId="{480426C0-9210-4EB8-B407-923855190B7D}" destId="{21E7A6B3-5927-41EE-97F7-C96A072F33DF}" srcOrd="11" destOrd="0" presId="urn:microsoft.com/office/officeart/2016/7/layout/RepeatingBendingProcessNew"/>
    <dgm:cxn modelId="{FD99B86E-77D7-4C67-A3F2-58C1C103455A}" type="presParOf" srcId="{21E7A6B3-5927-41EE-97F7-C96A072F33DF}" destId="{69A495C5-A29D-4D1E-904B-D44A17D43B18}" srcOrd="0" destOrd="0" presId="urn:microsoft.com/office/officeart/2016/7/layout/RepeatingBendingProcessNew"/>
    <dgm:cxn modelId="{D59855FD-FC26-43FD-BB0D-EFE041C0CC77}" type="presParOf" srcId="{480426C0-9210-4EB8-B407-923855190B7D}" destId="{1062614C-6DFA-40CC-A28F-B97B18E518F5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82BE8B-3AAD-45AE-A0B6-9FC0D0849D2D}">
      <dsp:nvSpPr>
        <dsp:cNvPr id="0" name=""/>
        <dsp:cNvSpPr/>
      </dsp:nvSpPr>
      <dsp:spPr>
        <a:xfrm>
          <a:off x="3735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Study the techniques of Edvard munch.</a:t>
          </a:r>
        </a:p>
      </dsp:txBody>
      <dsp:txXfrm>
        <a:off x="3735" y="1504958"/>
        <a:ext cx="2022288" cy="1698722"/>
      </dsp:txXfrm>
    </dsp:sp>
    <dsp:sp modelId="{9A39C461-591E-49FE-8016-6B363F86169D}">
      <dsp:nvSpPr>
        <dsp:cNvPr id="0" name=""/>
        <dsp:cNvSpPr/>
      </dsp:nvSpPr>
      <dsp:spPr>
        <a:xfrm>
          <a:off x="590198" y="712220"/>
          <a:ext cx="849361" cy="8493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714584" y="836606"/>
        <a:ext cx="600589" cy="600589"/>
      </dsp:txXfrm>
    </dsp:sp>
    <dsp:sp modelId="{8737D893-AE37-4BD7-9EC1-10B8267EE09B}">
      <dsp:nvSpPr>
        <dsp:cNvPr id="0" name=""/>
        <dsp:cNvSpPr/>
      </dsp:nvSpPr>
      <dsp:spPr>
        <a:xfrm>
          <a:off x="3735" y="3260232"/>
          <a:ext cx="2022288" cy="72"/>
        </a:xfrm>
        <a:prstGeom prst="rect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24D986-D9BD-4357-9E9D-D404F95CDBA1}">
      <dsp:nvSpPr>
        <dsp:cNvPr id="0" name=""/>
        <dsp:cNvSpPr/>
      </dsp:nvSpPr>
      <dsp:spPr>
        <a:xfrm>
          <a:off x="2228252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Reproduce the painting “the scream”.</a:t>
          </a:r>
        </a:p>
      </dsp:txBody>
      <dsp:txXfrm>
        <a:off x="2228252" y="1504958"/>
        <a:ext cx="2022288" cy="1698722"/>
      </dsp:txXfrm>
    </dsp:sp>
    <dsp:sp modelId="{C58D5D61-31FB-403E-A435-822A38688866}">
      <dsp:nvSpPr>
        <dsp:cNvPr id="0" name=""/>
        <dsp:cNvSpPr/>
      </dsp:nvSpPr>
      <dsp:spPr>
        <a:xfrm>
          <a:off x="2814716" y="712220"/>
          <a:ext cx="849361" cy="849361"/>
        </a:xfrm>
        <a:prstGeom prst="ellips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939102" y="836606"/>
        <a:ext cx="600589" cy="600589"/>
      </dsp:txXfrm>
    </dsp:sp>
    <dsp:sp modelId="{40311D1E-FCC5-4DE5-89AB-E657153B08DC}">
      <dsp:nvSpPr>
        <dsp:cNvPr id="0" name=""/>
        <dsp:cNvSpPr/>
      </dsp:nvSpPr>
      <dsp:spPr>
        <a:xfrm>
          <a:off x="2228252" y="3260232"/>
          <a:ext cx="2022288" cy="72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B7937-9BA9-4D66-BB0B-F471C5B83F5F}">
      <dsp:nvSpPr>
        <dsp:cNvPr id="0" name=""/>
        <dsp:cNvSpPr/>
      </dsp:nvSpPr>
      <dsp:spPr>
        <a:xfrm>
          <a:off x="4452770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Crate an expressionist painting of the university gate.</a:t>
          </a:r>
        </a:p>
      </dsp:txBody>
      <dsp:txXfrm>
        <a:off x="4452770" y="1504958"/>
        <a:ext cx="2022288" cy="1698722"/>
      </dsp:txXfrm>
    </dsp:sp>
    <dsp:sp modelId="{853795FF-FBBC-4AC8-B0F0-9B9E065CBE67}">
      <dsp:nvSpPr>
        <dsp:cNvPr id="0" name=""/>
        <dsp:cNvSpPr/>
      </dsp:nvSpPr>
      <dsp:spPr>
        <a:xfrm>
          <a:off x="5039233" y="712220"/>
          <a:ext cx="849361" cy="849361"/>
        </a:xfrm>
        <a:prstGeom prst="ellips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5163619" y="836606"/>
        <a:ext cx="600589" cy="600589"/>
      </dsp:txXfrm>
    </dsp:sp>
    <dsp:sp modelId="{D7A13099-A7C8-4432-9964-A47F3A78A277}">
      <dsp:nvSpPr>
        <dsp:cNvPr id="0" name=""/>
        <dsp:cNvSpPr/>
      </dsp:nvSpPr>
      <dsp:spPr>
        <a:xfrm>
          <a:off x="4452770" y="3260232"/>
          <a:ext cx="2022288" cy="72"/>
        </a:xfrm>
        <a:prstGeom prst="rect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DEFE0E-363D-44ED-956E-75A2DAA3F4EB}">
      <dsp:nvSpPr>
        <dsp:cNvPr id="0" name=""/>
        <dsp:cNvSpPr/>
      </dsp:nvSpPr>
      <dsp:spPr>
        <a:xfrm>
          <a:off x="6677287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Develop section cuts of space inspired by painter.</a:t>
          </a:r>
        </a:p>
      </dsp:txBody>
      <dsp:txXfrm>
        <a:off x="6677287" y="1504958"/>
        <a:ext cx="2022288" cy="1698722"/>
      </dsp:txXfrm>
    </dsp:sp>
    <dsp:sp modelId="{FAC8FCBB-C50D-4EC6-885D-1225860943C8}">
      <dsp:nvSpPr>
        <dsp:cNvPr id="0" name=""/>
        <dsp:cNvSpPr/>
      </dsp:nvSpPr>
      <dsp:spPr>
        <a:xfrm>
          <a:off x="7263751" y="712220"/>
          <a:ext cx="849361" cy="849361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7388137" y="836606"/>
        <a:ext cx="600589" cy="600589"/>
      </dsp:txXfrm>
    </dsp:sp>
    <dsp:sp modelId="{9B168269-711F-446D-81B9-CBDF04D0FAA7}">
      <dsp:nvSpPr>
        <dsp:cNvPr id="0" name=""/>
        <dsp:cNvSpPr/>
      </dsp:nvSpPr>
      <dsp:spPr>
        <a:xfrm>
          <a:off x="6677287" y="3260232"/>
          <a:ext cx="2022288" cy="72"/>
        </a:xfrm>
        <a:prstGeom prst="rect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AB0CAD-D392-42DC-940D-2D7BCE5E4744}">
      <dsp:nvSpPr>
        <dsp:cNvPr id="0" name=""/>
        <dsp:cNvSpPr/>
      </dsp:nvSpPr>
      <dsp:spPr>
        <a:xfrm>
          <a:off x="8901805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Build a conceptual house model.</a:t>
          </a:r>
        </a:p>
      </dsp:txBody>
      <dsp:txXfrm>
        <a:off x="8901805" y="1504958"/>
        <a:ext cx="2022288" cy="1698722"/>
      </dsp:txXfrm>
    </dsp:sp>
    <dsp:sp modelId="{015CBC70-04FD-419B-8238-3FFFF0A637FE}">
      <dsp:nvSpPr>
        <dsp:cNvPr id="0" name=""/>
        <dsp:cNvSpPr/>
      </dsp:nvSpPr>
      <dsp:spPr>
        <a:xfrm>
          <a:off x="9488268" y="712220"/>
          <a:ext cx="849361" cy="849361"/>
        </a:xfrm>
        <a:prstGeom prst="ellipse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5</a:t>
          </a:r>
        </a:p>
      </dsp:txBody>
      <dsp:txXfrm>
        <a:off x="9612654" y="836606"/>
        <a:ext cx="600589" cy="600589"/>
      </dsp:txXfrm>
    </dsp:sp>
    <dsp:sp modelId="{1435D935-26ED-44A9-A66F-DA9F936711EF}">
      <dsp:nvSpPr>
        <dsp:cNvPr id="0" name=""/>
        <dsp:cNvSpPr/>
      </dsp:nvSpPr>
      <dsp:spPr>
        <a:xfrm>
          <a:off x="8901805" y="3260232"/>
          <a:ext cx="2022288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863C4-D1AE-40D7-8BAD-EEC1C45E14CC}">
      <dsp:nvSpPr>
        <dsp:cNvPr id="0" name=""/>
        <dsp:cNvSpPr/>
      </dsp:nvSpPr>
      <dsp:spPr>
        <a:xfrm>
          <a:off x="1127830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FB6BD5-387E-44BB-AD14-F8AC1F648A44}">
      <dsp:nvSpPr>
        <dsp:cNvPr id="0" name=""/>
        <dsp:cNvSpPr/>
      </dsp:nvSpPr>
      <dsp:spPr>
        <a:xfrm>
          <a:off x="750779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After studying Munch’s emotional themes, I translated his psychological world into spatial concepts.</a:t>
          </a:r>
        </a:p>
      </dsp:txBody>
      <dsp:txXfrm>
        <a:off x="750779" y="1376578"/>
        <a:ext cx="1371093" cy="548437"/>
      </dsp:txXfrm>
    </dsp:sp>
    <dsp:sp modelId="{63BFFC11-0A0E-4153-9331-E4C32CCF8DF0}">
      <dsp:nvSpPr>
        <dsp:cNvPr id="0" name=""/>
        <dsp:cNvSpPr/>
      </dsp:nvSpPr>
      <dsp:spPr>
        <a:xfrm>
          <a:off x="2738865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A7D4D-E173-4EA9-870A-340811306FA7}">
      <dsp:nvSpPr>
        <dsp:cNvPr id="0" name=""/>
        <dsp:cNvSpPr/>
      </dsp:nvSpPr>
      <dsp:spPr>
        <a:xfrm>
          <a:off x="2361814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Each space is based on a different emotional state:</a:t>
          </a:r>
        </a:p>
      </dsp:txBody>
      <dsp:txXfrm>
        <a:off x="2361814" y="1376578"/>
        <a:ext cx="1371093" cy="548437"/>
      </dsp:txXfrm>
    </dsp:sp>
    <dsp:sp modelId="{BB57A550-C9A6-4900-9D0C-9E57AA4F1660}">
      <dsp:nvSpPr>
        <dsp:cNvPr id="0" name=""/>
        <dsp:cNvSpPr/>
      </dsp:nvSpPr>
      <dsp:spPr>
        <a:xfrm>
          <a:off x="4349900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16145-CFCA-4FFC-B4E8-D45A4DA640E6}">
      <dsp:nvSpPr>
        <dsp:cNvPr id="0" name=""/>
        <dsp:cNvSpPr/>
      </dsp:nvSpPr>
      <dsp:spPr>
        <a:xfrm>
          <a:off x="3972850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Anxiety — chaotic, tight, heavy shadows</a:t>
          </a:r>
        </a:p>
      </dsp:txBody>
      <dsp:txXfrm>
        <a:off x="3972850" y="1376578"/>
        <a:ext cx="1371093" cy="548437"/>
      </dsp:txXfrm>
    </dsp:sp>
    <dsp:sp modelId="{C58FE596-9B32-471C-8DB5-EFB0EB800C35}">
      <dsp:nvSpPr>
        <dsp:cNvPr id="0" name=""/>
        <dsp:cNvSpPr/>
      </dsp:nvSpPr>
      <dsp:spPr>
        <a:xfrm>
          <a:off x="5960935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7DE71-3E03-4C46-9D5E-600C46D6DC65}">
      <dsp:nvSpPr>
        <dsp:cNvPr id="0" name=""/>
        <dsp:cNvSpPr/>
      </dsp:nvSpPr>
      <dsp:spPr>
        <a:xfrm>
          <a:off x="5583885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Memory — layered, textured, fading tones</a:t>
          </a:r>
        </a:p>
      </dsp:txBody>
      <dsp:txXfrm>
        <a:off x="5583885" y="1376578"/>
        <a:ext cx="1371093" cy="548437"/>
      </dsp:txXfrm>
    </dsp:sp>
    <dsp:sp modelId="{CAE1F044-2482-406E-9353-97E671E5978E}">
      <dsp:nvSpPr>
        <dsp:cNvPr id="0" name=""/>
        <dsp:cNvSpPr/>
      </dsp:nvSpPr>
      <dsp:spPr>
        <a:xfrm>
          <a:off x="7571971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CCA97-4E43-4888-96F1-DF9E5684705F}">
      <dsp:nvSpPr>
        <dsp:cNvPr id="0" name=""/>
        <dsp:cNvSpPr/>
      </dsp:nvSpPr>
      <dsp:spPr>
        <a:xfrm>
          <a:off x="7194920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Reflection — quiet, soft, minimal</a:t>
          </a:r>
        </a:p>
      </dsp:txBody>
      <dsp:txXfrm>
        <a:off x="7194920" y="1376578"/>
        <a:ext cx="1371093" cy="548437"/>
      </dsp:txXfrm>
    </dsp:sp>
    <dsp:sp modelId="{35C6F438-4BD4-4692-8467-C62BDE067DFA}">
      <dsp:nvSpPr>
        <dsp:cNvPr id="0" name=""/>
        <dsp:cNvSpPr/>
      </dsp:nvSpPr>
      <dsp:spPr>
        <a:xfrm>
          <a:off x="9183006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5B853A-C2FE-4D22-8845-6A271CC743D2}">
      <dsp:nvSpPr>
        <dsp:cNvPr id="0" name=""/>
        <dsp:cNvSpPr/>
      </dsp:nvSpPr>
      <dsp:spPr>
        <a:xfrm>
          <a:off x="8805955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Creation — open, bright, energized</a:t>
          </a:r>
        </a:p>
      </dsp:txBody>
      <dsp:txXfrm>
        <a:off x="8805955" y="1376578"/>
        <a:ext cx="1371093" cy="548437"/>
      </dsp:txXfrm>
    </dsp:sp>
    <dsp:sp modelId="{3ED310AC-3014-462C-ACA2-4B1D3D320DE5}">
      <dsp:nvSpPr>
        <dsp:cNvPr id="0" name=""/>
        <dsp:cNvSpPr/>
      </dsp:nvSpPr>
      <dsp:spPr>
        <a:xfrm>
          <a:off x="4349900" y="2267789"/>
          <a:ext cx="616992" cy="61699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1DA40-69F1-4FBB-AD95-53B367EAFD40}">
      <dsp:nvSpPr>
        <dsp:cNvPr id="0" name=""/>
        <dsp:cNvSpPr/>
      </dsp:nvSpPr>
      <dsp:spPr>
        <a:xfrm>
          <a:off x="3972850" y="3136349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Renewal — fresh, light-filled, calming</a:t>
          </a:r>
        </a:p>
      </dsp:txBody>
      <dsp:txXfrm>
        <a:off x="3972850" y="3136349"/>
        <a:ext cx="1371093" cy="548437"/>
      </dsp:txXfrm>
    </dsp:sp>
    <dsp:sp modelId="{E3FF6E23-BFF2-4D47-BB7F-904746071CEB}">
      <dsp:nvSpPr>
        <dsp:cNvPr id="0" name=""/>
        <dsp:cNvSpPr/>
      </dsp:nvSpPr>
      <dsp:spPr>
        <a:xfrm>
          <a:off x="5960935" y="2267789"/>
          <a:ext cx="616992" cy="616992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65D8B2-C4D8-41DB-A520-F807B9F02013}">
      <dsp:nvSpPr>
        <dsp:cNvPr id="0" name=""/>
        <dsp:cNvSpPr/>
      </dsp:nvSpPr>
      <dsp:spPr>
        <a:xfrm>
          <a:off x="5583885" y="3136349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These emotional ideas guided the sections and architectural atmosphere.</a:t>
          </a:r>
        </a:p>
      </dsp:txBody>
      <dsp:txXfrm>
        <a:off x="5583885" y="3136349"/>
        <a:ext cx="1371093" cy="5484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D1B3AC-50E1-45F3-9A45-3B4C73F59CA2}">
      <dsp:nvSpPr>
        <dsp:cNvPr id="0" name=""/>
        <dsp:cNvSpPr/>
      </dsp:nvSpPr>
      <dsp:spPr>
        <a:xfrm>
          <a:off x="2332533" y="833349"/>
          <a:ext cx="5045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4569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71439" y="876391"/>
        <a:ext cx="26758" cy="5356"/>
      </dsp:txXfrm>
    </dsp:sp>
    <dsp:sp modelId="{463E1846-0E50-432F-92C4-E3C3B48036ED}">
      <dsp:nvSpPr>
        <dsp:cNvPr id="0" name=""/>
        <dsp:cNvSpPr/>
      </dsp:nvSpPr>
      <dsp:spPr>
        <a:xfrm>
          <a:off x="7508" y="181022"/>
          <a:ext cx="2326825" cy="13960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016" tIns="119680" rIns="114016" bIns="1196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Each section cut expresses a transition of emotions using shading. The foreground is dark, representing intense feelings, while the background gradually becomes lighter, showing emotional release and clarity.</a:t>
          </a:r>
        </a:p>
      </dsp:txBody>
      <dsp:txXfrm>
        <a:off x="7508" y="181022"/>
        <a:ext cx="2326825" cy="1396095"/>
      </dsp:txXfrm>
    </dsp:sp>
    <dsp:sp modelId="{87110AD2-A9BC-4295-BC73-7A6AB62ED897}">
      <dsp:nvSpPr>
        <dsp:cNvPr id="0" name=""/>
        <dsp:cNvSpPr/>
      </dsp:nvSpPr>
      <dsp:spPr>
        <a:xfrm>
          <a:off x="5194529" y="833349"/>
          <a:ext cx="5045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456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3435" y="876391"/>
        <a:ext cx="26758" cy="5356"/>
      </dsp:txXfrm>
    </dsp:sp>
    <dsp:sp modelId="{33E8A662-A028-44D7-9B93-ECA641C76C5F}">
      <dsp:nvSpPr>
        <dsp:cNvPr id="0" name=""/>
        <dsp:cNvSpPr/>
      </dsp:nvSpPr>
      <dsp:spPr>
        <a:xfrm>
          <a:off x="2869503" y="181022"/>
          <a:ext cx="2326825" cy="139609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016" tIns="119680" rIns="114016" bIns="1196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Examples:</a:t>
          </a:r>
        </a:p>
      </dsp:txBody>
      <dsp:txXfrm>
        <a:off x="2869503" y="181022"/>
        <a:ext cx="2326825" cy="1396095"/>
      </dsp:txXfrm>
    </dsp:sp>
    <dsp:sp modelId="{57D1F8FF-0F22-4F20-A148-90ED17EB4120}">
      <dsp:nvSpPr>
        <dsp:cNvPr id="0" name=""/>
        <dsp:cNvSpPr/>
      </dsp:nvSpPr>
      <dsp:spPr>
        <a:xfrm>
          <a:off x="8056525" y="833349"/>
          <a:ext cx="5045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4569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95430" y="876391"/>
        <a:ext cx="26758" cy="5356"/>
      </dsp:txXfrm>
    </dsp:sp>
    <dsp:sp modelId="{8399F4D0-0B58-457C-9960-FA6C15FDD430}">
      <dsp:nvSpPr>
        <dsp:cNvPr id="0" name=""/>
        <dsp:cNvSpPr/>
      </dsp:nvSpPr>
      <dsp:spPr>
        <a:xfrm>
          <a:off x="5731499" y="181022"/>
          <a:ext cx="2326825" cy="139609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016" tIns="119680" rIns="114016" bIns="1196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Garden of Renewal — dark soil tones shifting to bright greenery</a:t>
          </a:r>
        </a:p>
      </dsp:txBody>
      <dsp:txXfrm>
        <a:off x="5731499" y="181022"/>
        <a:ext cx="2326825" cy="1396095"/>
      </dsp:txXfrm>
    </dsp:sp>
    <dsp:sp modelId="{FE018E39-F3CC-4D2D-B8DC-5747EC6B05D2}">
      <dsp:nvSpPr>
        <dsp:cNvPr id="0" name=""/>
        <dsp:cNvSpPr/>
      </dsp:nvSpPr>
      <dsp:spPr>
        <a:xfrm>
          <a:off x="1170920" y="1575317"/>
          <a:ext cx="8585987" cy="504569"/>
        </a:xfrm>
        <a:custGeom>
          <a:avLst/>
          <a:gdLst/>
          <a:ahLst/>
          <a:cxnLst/>
          <a:rect l="0" t="0" r="0" b="0"/>
          <a:pathLst>
            <a:path>
              <a:moveTo>
                <a:pt x="8585987" y="0"/>
              </a:moveTo>
              <a:lnTo>
                <a:pt x="8585987" y="269384"/>
              </a:lnTo>
              <a:lnTo>
                <a:pt x="0" y="269384"/>
              </a:lnTo>
              <a:lnTo>
                <a:pt x="0" y="50456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48848" y="1824924"/>
        <a:ext cx="430132" cy="5356"/>
      </dsp:txXfrm>
    </dsp:sp>
    <dsp:sp modelId="{2D2E169B-32F7-40C8-8A96-D4478E596D78}">
      <dsp:nvSpPr>
        <dsp:cNvPr id="0" name=""/>
        <dsp:cNvSpPr/>
      </dsp:nvSpPr>
      <dsp:spPr>
        <a:xfrm>
          <a:off x="8593495" y="181022"/>
          <a:ext cx="2326825" cy="139609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016" tIns="119680" rIns="114016" bIns="1196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Studio of Creation — strong shadows becoming energetic light</a:t>
          </a:r>
        </a:p>
      </dsp:txBody>
      <dsp:txXfrm>
        <a:off x="8593495" y="181022"/>
        <a:ext cx="2326825" cy="1396095"/>
      </dsp:txXfrm>
    </dsp:sp>
    <dsp:sp modelId="{6E5A041C-398B-4293-8F11-A4CBA8600ACF}">
      <dsp:nvSpPr>
        <dsp:cNvPr id="0" name=""/>
        <dsp:cNvSpPr/>
      </dsp:nvSpPr>
      <dsp:spPr>
        <a:xfrm>
          <a:off x="2332533" y="2764615"/>
          <a:ext cx="5045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4569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71439" y="2807656"/>
        <a:ext cx="26758" cy="5356"/>
      </dsp:txXfrm>
    </dsp:sp>
    <dsp:sp modelId="{EAA20CD1-2DE8-489B-93A4-5DF7891428E7}">
      <dsp:nvSpPr>
        <dsp:cNvPr id="0" name=""/>
        <dsp:cNvSpPr/>
      </dsp:nvSpPr>
      <dsp:spPr>
        <a:xfrm>
          <a:off x="7508" y="2112287"/>
          <a:ext cx="2326825" cy="139609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016" tIns="119680" rIns="114016" bIns="11968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Core of Memory — layered darkness fading into soft tones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Shore of Anxiety — sharp contrasts calming toward the horizon</a:t>
          </a:r>
        </a:p>
      </dsp:txBody>
      <dsp:txXfrm>
        <a:off x="7508" y="2112287"/>
        <a:ext cx="2326825" cy="1396095"/>
      </dsp:txXfrm>
    </dsp:sp>
    <dsp:sp modelId="{21E7A6B3-5927-41EE-97F7-C96A072F33DF}">
      <dsp:nvSpPr>
        <dsp:cNvPr id="0" name=""/>
        <dsp:cNvSpPr/>
      </dsp:nvSpPr>
      <dsp:spPr>
        <a:xfrm>
          <a:off x="5194529" y="2764615"/>
          <a:ext cx="5045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4569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3435" y="2807656"/>
        <a:ext cx="26758" cy="5356"/>
      </dsp:txXfrm>
    </dsp:sp>
    <dsp:sp modelId="{49E71E08-2286-4B63-A2BB-C7D6FCACFEE2}">
      <dsp:nvSpPr>
        <dsp:cNvPr id="0" name=""/>
        <dsp:cNvSpPr/>
      </dsp:nvSpPr>
      <dsp:spPr>
        <a:xfrm>
          <a:off x="2869503" y="2112287"/>
          <a:ext cx="2326825" cy="13960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016" tIns="119680" rIns="114016" bIns="1196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Room of Reflection — still, quiet gradients</a:t>
          </a:r>
        </a:p>
      </dsp:txBody>
      <dsp:txXfrm>
        <a:off x="2869503" y="2112287"/>
        <a:ext cx="2326825" cy="1396095"/>
      </dsp:txXfrm>
    </dsp:sp>
    <dsp:sp modelId="{1062614C-6DFA-40CC-A28F-B97B18E518F5}">
      <dsp:nvSpPr>
        <dsp:cNvPr id="0" name=""/>
        <dsp:cNvSpPr/>
      </dsp:nvSpPr>
      <dsp:spPr>
        <a:xfrm>
          <a:off x="5731499" y="2112287"/>
          <a:ext cx="2326825" cy="139609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016" tIns="119680" rIns="114016" bIns="1196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This technique creates a visual emotional journey in every section.</a:t>
          </a:r>
        </a:p>
      </dsp:txBody>
      <dsp:txXfrm>
        <a:off x="5731499" y="2112287"/>
        <a:ext cx="2326825" cy="1396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4680-0B5C-0434-590F-46D4C9AEB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2E2A4-7F27-F299-1290-93911EA3A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29601-35ED-D096-C5E3-A0950063B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A021-CA03-4595-B9E5-6C2D4E867C0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09167-61B2-4BF3-FA16-69C1918C7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028EF-D28D-D8EE-498A-8342D64C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4131F-6BBA-40BA-A5F0-1D2EB229A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82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A86D-79D5-A531-6460-7F6981C2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88C9C-4F66-3A07-7345-9827DEE86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E870A-B37B-8757-792E-A3A137353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A021-CA03-4595-B9E5-6C2D4E867C0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B27AF-E08D-338B-FAE1-263A4329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46DD9-97FC-40FB-210F-4924E0E04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4131F-6BBA-40BA-A5F0-1D2EB229A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6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598AD-394D-3AB9-14CD-4A38602C7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CD4E7-F064-2684-0F70-C51ACDE68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483A1-DDAA-8A0D-D24A-4530BC61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A021-CA03-4595-B9E5-6C2D4E867C0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27CCF-9B4A-B12B-2D2F-50525AA8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65A45-A251-498A-CD77-95950B5D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4131F-6BBA-40BA-A5F0-1D2EB229A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02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5C845-9123-A05C-0E0A-4D85ACC3F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A98D5-DD53-713E-98E7-8E6E72F7C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D09AB-F00E-A702-32FF-D17E3189B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A5A69-235C-A872-CDD7-14F4DED35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A021-CA03-4595-B9E5-6C2D4E867C0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3E017-6D19-F1A6-12B4-4575E985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2399F-7C41-9C25-EC49-BE832DDB8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4131F-6BBA-40BA-A5F0-1D2EB229A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15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C1858-DAE0-439A-F765-D5EF8187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07EE8-28C9-6940-7914-AECB42C15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70114-A51B-E600-E636-236D7893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46A4C-DEE9-A0BD-5A4E-B119D49FC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03296-81FB-86BC-130E-A1D0E8E0D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5E651F-C246-C8A7-361B-0CF29E923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A021-CA03-4595-B9E5-6C2D4E867C0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D15308-7C51-CA6A-44FC-770BC0FA2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BF05F3-E487-25EF-D6F1-7766D8F3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4131F-6BBA-40BA-A5F0-1D2EB229A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7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BB70-DADA-5B80-A659-A170048BD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46D99D-7CA9-7E0F-6F72-547E3E142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A021-CA03-4595-B9E5-6C2D4E867C0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77A322-DA3C-CAEC-FFF2-69F3DD7DB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647CEA-B6CD-626C-5DEA-C860BF9A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4131F-6BBA-40BA-A5F0-1D2EB229A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10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F22548-A7DF-DFD0-E349-141C19F0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A021-CA03-4595-B9E5-6C2D4E867C0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FB090-8089-E39C-2869-7BEB8E27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1075A-D4E0-CC54-CC74-8BE78436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4131F-6BBA-40BA-A5F0-1D2EB229A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3FF8-2418-1AB9-5419-0F252FE9E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3E782-6DF1-9C69-B8D9-7AE49AF08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80A47-A283-BA97-BB94-F6BFA0DCF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9B414-284B-4A25-B0D4-5B25476A7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A021-CA03-4595-B9E5-6C2D4E867C0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009B1-94CB-CBF4-45B5-B4FE1F4A0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254A0-510F-2979-63C5-3D4702EE5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4131F-6BBA-40BA-A5F0-1D2EB229A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41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A8462-677F-3BA9-3A8D-45DBF9AFA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477FE0-838C-3DAD-3BCA-2FBDD87914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CD5789-0BA6-D90C-F5A5-BB1AB8454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71471-A22B-FB03-CB67-657913E2C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A021-CA03-4595-B9E5-6C2D4E867C0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B4950-73EC-9FD3-299E-3ECD2CEC4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64389-C3D2-B97B-B1B8-748D20E9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4131F-6BBA-40BA-A5F0-1D2EB229A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820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7BE4E-2B5F-74B9-6A53-16342767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9D51C-9D2A-0A93-FF67-77C5A9572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9B7DB-12F8-2335-7242-B2634B8EA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A021-CA03-4595-B9E5-6C2D4E867C0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33215-F123-8ADE-0A62-60E77C92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16AAC-AAF8-8CFB-0121-E120CC35A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4131F-6BBA-40BA-A5F0-1D2EB229A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21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7B8476-EA51-F351-98B0-80DA4DA47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5B2E7-17AB-B945-6567-F6F0B15AF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50FDD-2996-C0D1-15BF-F5E686E5C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A021-CA03-4595-B9E5-6C2D4E867C0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36DFE-3361-0041-94AF-CDAB6C777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B4460-CF0F-1FCE-92A5-C89BFD94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4131F-6BBA-40BA-A5F0-1D2EB229A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18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B4D5BE-C515-BF78-6E03-FDFEA8A4B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0DE19-D476-56FC-2D92-E5252B1BE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4F5D2-DA39-EA4E-8380-C839D943F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C9A021-CA03-4595-B9E5-6C2D4E867C0F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DDC57-23A0-ADDF-8D0B-3BC6C0B5B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552E4-B24E-E592-BDB6-4DF43D423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B4131F-6BBA-40BA-A5F0-1D2EB229A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95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8171F-A115-19C1-C3E7-400D2784D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>
                <a:ln w="22225">
                  <a:solidFill>
                    <a:srgbClr val="FFFFFF"/>
                  </a:solidFill>
                </a:ln>
              </a:rPr>
              <a:t>DESIGN PROJECT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A5256-9670-E377-374A-33DF5E53D7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FFFFFF"/>
                </a:solidFill>
              </a:rPr>
              <a:t>PAINTING-SPATIAL INTERPRETATION-MODEL MAKING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FFFFFF"/>
                </a:solidFill>
              </a:rPr>
              <a:t>AMAN SAIF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FFFFFF"/>
                </a:solidFill>
              </a:rPr>
              <a:t>2025-ARCH-14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FFFFFF"/>
                </a:solidFill>
              </a:rPr>
              <a:t>DEPT OF ARCHITECTURE</a:t>
            </a:r>
          </a:p>
        </p:txBody>
      </p:sp>
      <p:pic>
        <p:nvPicPr>
          <p:cNvPr id="8" name="Picture 7" descr="A painting of a person on a bridge&#10;&#10;AI-generated content may be incorrect.">
            <a:extLst>
              <a:ext uri="{FF2B5EF4-FFF2-40B4-BE49-F238E27FC236}">
                <a16:creationId xmlns:a16="http://schemas.microsoft.com/office/drawing/2014/main" id="{6E61BABE-851C-1388-DE0D-5E04839C0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651" y="463404"/>
            <a:ext cx="4159534" cy="5553193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08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1C74C2-1F11-32C0-B65B-A5C2ED3F0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B4898C-403B-038A-581D-D5D6E56777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26621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370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888C3-F6A0-F682-2EAA-764EEF55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THE SCREAM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C0364-1C9C-5599-6704-4C651D114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Vibrant colors showing extreme emotion.</a:t>
            </a:r>
          </a:p>
          <a:p>
            <a:r>
              <a:rPr lang="en-US" sz="2000" dirty="0"/>
              <a:t>Wavy distorted lines creating tension.</a:t>
            </a:r>
          </a:p>
          <a:p>
            <a:r>
              <a:rPr lang="en-US" sz="2000" dirty="0"/>
              <a:t>Sky and landscape exaggerated to show anxiety.</a:t>
            </a:r>
          </a:p>
          <a:p>
            <a:r>
              <a:rPr lang="en-US" sz="2000" dirty="0"/>
              <a:t>Expressionism = emotion &gt; realism</a:t>
            </a:r>
          </a:p>
        </p:txBody>
      </p:sp>
    </p:spTree>
    <p:extLst>
      <p:ext uri="{BB962C8B-B14F-4D97-AF65-F5344CB8AC3E}">
        <p14:creationId xmlns:p14="http://schemas.microsoft.com/office/powerpoint/2010/main" val="470314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1836CE-D667-D78D-EF3F-3932A4B23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My reproduction of “the scream”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C24C3F-F147-1663-B6D2-B26625DBDFE4}"/>
              </a:ext>
            </a:extLst>
          </p:cNvPr>
          <p:cNvSpPr txBox="1"/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Used bold strokes and exaggerated curves.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Focused on emotion rather than accuracy.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Used high contrast colors.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Tried to capture the mood, not the same details.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A8490D-8F95-C21D-5B1C-255924CA66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781" y="909081"/>
            <a:ext cx="3798902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0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B6B2E8-E1B7-7946-EB22-A10AEF5C8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700" dirty="0"/>
              <a:t>Expressionist painting of university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B70C1-A470-29EA-A59C-41E2A2D70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 fontScale="85000" lnSpcReduction="10000"/>
          </a:bodyPr>
          <a:lstStyle/>
          <a:p>
            <a:r>
              <a:rPr lang="en-US" sz="2000" dirty="0"/>
              <a:t>Using the techniques learned from munch, I created a new painting of university gate.</a:t>
            </a:r>
          </a:p>
          <a:p>
            <a:r>
              <a:rPr lang="en-US" sz="2000" dirty="0"/>
              <a:t>I focused on:</a:t>
            </a:r>
          </a:p>
          <a:p>
            <a:r>
              <a:rPr lang="en-US" sz="2000" dirty="0"/>
              <a:t>Exaggerated forms to make the structure feel alive</a:t>
            </a:r>
          </a:p>
          <a:p>
            <a:r>
              <a:rPr lang="en-US" sz="2000" dirty="0"/>
              <a:t>Dramatic sky and lighting to show mood</a:t>
            </a:r>
          </a:p>
          <a:p>
            <a:r>
              <a:rPr lang="en-US" sz="2000" dirty="0"/>
              <a:t>Strong contrasts to highlight depth and emotion</a:t>
            </a:r>
          </a:p>
          <a:p>
            <a:r>
              <a:rPr lang="en-US" sz="2000" dirty="0"/>
              <a:t>A distorted perspective to create expressionist impact</a:t>
            </a:r>
          </a:p>
          <a:p>
            <a:r>
              <a:rPr lang="en-US" sz="2000" dirty="0"/>
              <a:t>This helped me understand how everyday architecture can be transformed emotionally through expressive techniques.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1B232-1CFA-A16B-43BD-4509B5894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8" b="6758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195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5A9B90-F5A6-911F-A09B-52B3C8E6E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Spatial interpretation for the painter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C0D989-1211-AD10-CED8-662632E4F6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875304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8136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6C191-1B15-8E8F-F74F-C85796763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Section cuts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A1204B-1895-EB0E-B631-50955B61A1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271433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1640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367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DESIGN PROJECT 2</vt:lpstr>
      <vt:lpstr>INTRODUCTION</vt:lpstr>
      <vt:lpstr>THE SCREAM ANALYSIS</vt:lpstr>
      <vt:lpstr>My reproduction of “the scream”</vt:lpstr>
      <vt:lpstr>Expressionist painting of university gate</vt:lpstr>
      <vt:lpstr>Spatial interpretation for the painter</vt:lpstr>
      <vt:lpstr>Section cuts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aima ayema</dc:creator>
  <cp:lastModifiedBy>aima ayema</cp:lastModifiedBy>
  <cp:revision>1</cp:revision>
  <dcterms:created xsi:type="dcterms:W3CDTF">2025-12-07T15:22:31Z</dcterms:created>
  <dcterms:modified xsi:type="dcterms:W3CDTF">2025-12-07T16:08:26Z</dcterms:modified>
</cp:coreProperties>
</file>
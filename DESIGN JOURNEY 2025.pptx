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8BB6B-7856-985B-F656-F2BB4A3C4D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1FEE45-CEA6-68DC-FFAA-873257128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EF476-815C-A465-9F29-ED95C478A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18B1D-BFF4-40F9-A9C0-1239816A5986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5993D-FBFA-8591-E8A0-3EC88EB61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13133-16F2-4FE7-E68F-9405795A7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44564-7E9A-4AD1-8EDD-C32019F51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7678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15D57-CCFB-22B0-DC8B-080887EF8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9D0BA-D7C1-D017-0DEA-F15F9E21C7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6ACF09-2EB9-0967-4F72-F08913A13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18B1D-BFF4-40F9-A9C0-1239816A5986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FE7A2-05F5-362E-13BD-5AD4F7279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354785-5E79-8730-DA4A-74B572A3C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44564-7E9A-4AD1-8EDD-C32019F51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2958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7FDC6-4EDB-FF28-9CE6-427365DB9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A131F4-C0DE-C12B-395B-4B166FF3F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2EC50C-0792-28DE-6161-52BDE8C6C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18B1D-BFF4-40F9-A9C0-1239816A5986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8FE15-8724-8F0B-770C-620805FB7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D4E41-C6BD-6E5B-5FF4-419234EDF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44564-7E9A-4AD1-8EDD-C32019F51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0151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932FB-A562-BFFB-98AA-992A2A132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2D57A-4C75-DD5D-D848-AF7052BE56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65FFD6-4853-B3D6-9759-52782721DC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E32968-E65E-01C1-CF35-EC8F13307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18B1D-BFF4-40F9-A9C0-1239816A5986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A9DE26-B37A-1584-7F5F-0F44C9B1D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958ECD-95FA-BB68-77F5-12F437C08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44564-7E9A-4AD1-8EDD-C32019F51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57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809F5-ECF1-2727-5FB1-C71D6C975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6A92BC-E564-A987-2EF0-B89DD0F3F1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981D08-3787-1D23-E843-93B56C1370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8946EC-6F2D-CA81-0C72-929D6E8E6C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06993C-590A-D2AC-754F-D81D60B9E7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72E8A0-50F6-3755-59F2-231944C8F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18B1D-BFF4-40F9-A9C0-1239816A5986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F8177B-67E2-335A-8D85-37F406CF9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188647-2618-DADB-847D-3D1B5A810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44564-7E9A-4AD1-8EDD-C32019F51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4148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64727-14F0-5151-A9CA-0B83B0B78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12AAE2-0B2B-E06F-9BA8-B6F120364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18B1D-BFF4-40F9-A9C0-1239816A5986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FFB708-8E58-6032-F7D2-24A42A6D2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725C49-6BA0-C69F-A787-C77B3B7BA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44564-7E9A-4AD1-8EDD-C32019F51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9573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23D438-24FD-B980-E6BF-B56009096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18B1D-BFF4-40F9-A9C0-1239816A5986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68FFC3-B9AC-70AF-8715-71DAA201C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01F559-4B52-90E3-99A4-5F1F6F38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44564-7E9A-4AD1-8EDD-C32019F51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0460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629D8-BF91-7E67-982D-03F4E8A86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CF5B9-5A4F-D6C3-EAAD-BC36AED81C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49981B-9142-42A1-226B-BC7A316C9A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716B70-BF98-9C99-2C43-2749CC0E2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18B1D-BFF4-40F9-A9C0-1239816A5986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8E9EFF-93B5-56B9-2CCC-247C93867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DFF7C2-D054-ADD4-D857-CBEDB65D6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44564-7E9A-4AD1-8EDD-C32019F51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4293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D3F29-27FA-A26F-F8F0-3EF6C295D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49979A-4B5A-086D-2387-67944C938C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C78A96-41E9-D302-C2FD-93227A8649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A2E3-2911-C340-F2CB-38451F78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18B1D-BFF4-40F9-A9C0-1239816A5986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653941-E844-5F0D-6257-D50970762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3A2D4A-CC94-FDD8-FDFF-2F3EFA70D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44564-7E9A-4AD1-8EDD-C32019F51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7487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C9EC8-D877-CEF9-A9D8-AE186A610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DE8A6D-F2E7-A768-A457-F8C64CCBFD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C545E0-3FC6-0846-8B99-5610EA032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18B1D-BFF4-40F9-A9C0-1239816A5986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135CE-31E6-EC1F-7B00-4256050F9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8A3D26-B614-AFAD-47C9-DC7673AA8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44564-7E9A-4AD1-8EDD-C32019F51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9089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F17C99-DF06-2383-B3AC-7527AA4709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22D6D4-0BBC-B9E3-2B87-BCEEE504C7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5C4E39-8B31-107A-0816-E449BD9D6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18B1D-BFF4-40F9-A9C0-1239816A5986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B2BC1-6C90-9362-07EE-88B73018C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526B5B-4837-4141-3D58-AC3390490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44564-7E9A-4AD1-8EDD-C32019F51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4852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audio" Target="../media/audio1.wav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25FCC8-71E0-E61B-D67E-9B5C3E276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3E7875-36C9-43B4-F362-DB3682F5F6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F313F-61A1-D586-066B-1E60B990A6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F18B1D-BFF4-40F9-A9C0-1239816A5986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11C39-CAB0-A305-D43A-9E6D0262C9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D1136-3AE8-B6EB-17DF-C9745E7E0C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044564-7E9A-4AD1-8EDD-C32019F51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409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3" name="arrow.wav"/>
          </p:stSnd>
        </p:sndAc>
      </p:transition>
    </mc:Choice>
    <mc:Fallback xmlns="">
      <p:transition spd="slow">
        <p:fade/>
        <p:sndAc>
          <p:stSnd>
            <p:snd r:embed="rId14" name="arrow.wav"/>
          </p:stSnd>
        </p:sndAc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200FDB-9065-9B5A-68E4-A686A359D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8" y="643467"/>
            <a:ext cx="4620584" cy="3550161"/>
          </a:xfrm>
        </p:spPr>
        <p:txBody>
          <a:bodyPr>
            <a:normAutofit/>
          </a:bodyPr>
          <a:lstStyle/>
          <a:p>
            <a:pPr algn="l"/>
            <a:r>
              <a:rPr lang="en-US" sz="4800" b="1" dirty="0"/>
              <a:t>DESIGN JOURNEY 2025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7CFCA0-2B18-9744-9A54-749DDB2F9A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7" y="4193628"/>
            <a:ext cx="4620584" cy="1859549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b="1" dirty="0"/>
              <a:t>Aman Saif _  2025-ARCH-14</a:t>
            </a:r>
          </a:p>
          <a:p>
            <a:pPr algn="l"/>
            <a:r>
              <a:rPr lang="en-US" b="1" dirty="0"/>
              <a:t>Course :   foundation studio</a:t>
            </a:r>
          </a:p>
          <a:p>
            <a:pPr algn="l"/>
            <a:endParaRPr lang="en-US" dirty="0"/>
          </a:p>
          <a:p>
            <a:pPr algn="l"/>
            <a:r>
              <a:rPr lang="en-US" b="1" dirty="0"/>
              <a:t>“EVERY DESIGN STSRTS WITH A LINE”</a:t>
            </a:r>
          </a:p>
          <a:p>
            <a:pPr algn="l"/>
            <a:endParaRPr lang="en-US" dirty="0"/>
          </a:p>
        </p:txBody>
      </p:sp>
      <p:pic>
        <p:nvPicPr>
          <p:cNvPr id="5" name="Picture 4" descr="A drawing of a tree&#10;&#10;AI-generated content may be incorrect.">
            <a:extLst>
              <a:ext uri="{FF2B5EF4-FFF2-40B4-BE49-F238E27FC236}">
                <a16:creationId xmlns:a16="http://schemas.microsoft.com/office/drawing/2014/main" id="{4AA0D1CF-4B03-5A8C-423F-72E910551D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09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1845787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5C01129-3453-464D-A870-ED71C6E89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2781A6-5C82-4764-B489-F9A599C0A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98833" y="685800"/>
            <a:ext cx="5004061" cy="5486400"/>
          </a:xfrm>
          <a:prstGeom prst="rect">
            <a:avLst/>
          </a:prstGeom>
          <a:solidFill>
            <a:schemeClr val="tx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BAFC85-F2D4-C3AA-7CA7-8B5B3E1B8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6447" y="1084521"/>
            <a:ext cx="4019107" cy="1361347"/>
          </a:xfrm>
        </p:spPr>
        <p:txBody>
          <a:bodyPr anchor="b">
            <a:normAutofit/>
          </a:bodyPr>
          <a:lstStyle/>
          <a:p>
            <a:pPr algn="ctr"/>
            <a:r>
              <a:rPr lang="en-US" sz="2600" b="1" dirty="0">
                <a:solidFill>
                  <a:schemeClr val="bg1">
                    <a:alpha val="60000"/>
                  </a:schemeClr>
                </a:solidFill>
              </a:rPr>
              <a:t>EXPLORING FORMS THROUGH PAPER MODELS</a:t>
            </a:r>
            <a:br>
              <a:rPr lang="en-US" sz="2600" dirty="0">
                <a:solidFill>
                  <a:schemeClr val="bg1">
                    <a:alpha val="60000"/>
                  </a:schemeClr>
                </a:solidFill>
              </a:rPr>
            </a:br>
            <a:endParaRPr lang="en-US" sz="2600" dirty="0">
              <a:solidFill>
                <a:schemeClr val="bg1">
                  <a:alpha val="60000"/>
                </a:schemeClr>
              </a:solidFill>
            </a:endParaRPr>
          </a:p>
        </p:txBody>
      </p:sp>
      <p:pic>
        <p:nvPicPr>
          <p:cNvPr id="10" name="Picture 9" descr="Close-up of a white paper&#10;&#10;AI-generated content may be incorrect.">
            <a:extLst>
              <a:ext uri="{FF2B5EF4-FFF2-40B4-BE49-F238E27FC236}">
                <a16:creationId xmlns:a16="http://schemas.microsoft.com/office/drawing/2014/main" id="{A81FFDE9-450E-51A9-6F91-D90C2AAD16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" r="4959"/>
          <a:stretch>
            <a:fillRect/>
          </a:stretch>
        </p:blipFill>
        <p:spPr>
          <a:xfrm>
            <a:off x="680483" y="685795"/>
            <a:ext cx="2931299" cy="5486400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A4B9A1A-354F-4062-2A84-B98B5355E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7712" y="2732739"/>
            <a:ext cx="3976577" cy="3083270"/>
          </a:xfrm>
        </p:spPr>
        <p:txBody>
          <a:bodyPr anchor="t">
            <a:normAutofit lnSpcReduction="10000"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I began my journey by experimenting with paper – folding, cutting, and layering to discover geometric balance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These models help me understand how light and shadow interact with form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Each paper structure represents an early step in learning 3d composition</a:t>
            </a:r>
          </a:p>
          <a:p>
            <a:pPr marL="0" indent="0" algn="ctr"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5" name="Content Placeholder 4" descr="A paper on a mat&#10;&#10;AI-generated content may be incorrect.">
            <a:extLst>
              <a:ext uri="{FF2B5EF4-FFF2-40B4-BE49-F238E27FC236}">
                <a16:creationId xmlns:a16="http://schemas.microsoft.com/office/drawing/2014/main" id="{19329B5C-7195-E25D-30D3-DD816D4622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55"/>
          <a:stretch>
            <a:fillRect/>
          </a:stretch>
        </p:blipFill>
        <p:spPr>
          <a:xfrm>
            <a:off x="8615844" y="685795"/>
            <a:ext cx="2905400" cy="5486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4280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9" name="Graphic 38">
            <a:extLst>
              <a:ext uri="{FF2B5EF4-FFF2-40B4-BE49-F238E27FC236}">
                <a16:creationId xmlns:a16="http://schemas.microsoft.com/office/drawing/2014/main" id="{6B67BE95-96EF-433C-9F29-B0732AA6B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9006"/>
            <a:ext cx="1370098" cy="508993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D324976-1596-4B76-A61C-5626816B24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C44DEF24-FB22-48A2-8257-B97AD7E1A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5983D416-45F1-46D1-ACDB-D653B2E43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5343" y="903253"/>
            <a:ext cx="2722613" cy="2314250"/>
            <a:chOff x="1674895" y="1345036"/>
            <a:chExt cx="5428610" cy="4210939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58F3A3A1-C3D5-4975-8593-F750EDAFA7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E79251D8-2663-4EF3-92E0-4C857CA1E4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7" name="Rectangle 66">
            <a:extLst>
              <a:ext uri="{FF2B5EF4-FFF2-40B4-BE49-F238E27FC236}">
                <a16:creationId xmlns:a16="http://schemas.microsoft.com/office/drawing/2014/main" id="{CAEBFCD5-5356-4326-8D39-8235A46CD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049" y="685806"/>
            <a:ext cx="2722613" cy="2429060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175C17-4D4B-ED43-D2B6-D822ADFA9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049" y="805320"/>
            <a:ext cx="2695293" cy="2190031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CHARACTER EXPLORATION – “LUMO”</a:t>
            </a:r>
          </a:p>
        </p:txBody>
      </p:sp>
      <p:pic>
        <p:nvPicPr>
          <p:cNvPr id="5" name="Content Placeholder 4" descr="A white cartoon character with wings&#10;&#10;AI-generated content may be incorrect.">
            <a:extLst>
              <a:ext uri="{FF2B5EF4-FFF2-40B4-BE49-F238E27FC236}">
                <a16:creationId xmlns:a16="http://schemas.microsoft.com/office/drawing/2014/main" id="{1BF89211-2131-5D3E-BC8E-A59DA87BA7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600" r="3" b="23316"/>
          <a:stretch>
            <a:fillRect/>
          </a:stretch>
        </p:blipFill>
        <p:spPr>
          <a:xfrm>
            <a:off x="685049" y="3384343"/>
            <a:ext cx="2744149" cy="2429060"/>
          </a:xfrm>
          <a:prstGeom prst="rect">
            <a:avLst/>
          </a:prstGeom>
        </p:spPr>
      </p:pic>
      <p:pic>
        <p:nvPicPr>
          <p:cNvPr id="7" name="Content Placeholder 6" descr="A drawing of a tree&#10;&#10;AI-generated content may be incorrect.">
            <a:extLst>
              <a:ext uri="{FF2B5EF4-FFF2-40B4-BE49-F238E27FC236}">
                <a16:creationId xmlns:a16="http://schemas.microsoft.com/office/drawing/2014/main" id="{DA8C93F2-E7E9-176B-E317-4C006FB9F6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70" r="-2" b="33229"/>
          <a:stretch>
            <a:fillRect/>
          </a:stretch>
        </p:blipFill>
        <p:spPr>
          <a:xfrm>
            <a:off x="3727936" y="2187240"/>
            <a:ext cx="2429060" cy="2429060"/>
          </a:xfrm>
          <a:prstGeom prst="rect">
            <a:avLst/>
          </a:prstGeom>
        </p:spPr>
      </p:pic>
      <p:grpSp>
        <p:nvGrpSpPr>
          <p:cNvPr id="69" name="Graphic 4">
            <a:extLst>
              <a:ext uri="{FF2B5EF4-FFF2-40B4-BE49-F238E27FC236}">
                <a16:creationId xmlns:a16="http://schemas.microsoft.com/office/drawing/2014/main" id="{D6E8B984-55B9-4A62-A043-997D00F0A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9048" y="4463108"/>
            <a:ext cx="849365" cy="849366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4FAF4A8-82EB-4F6F-B601-43EBF0BD12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26F2473F-E069-4558-9B41-E285BBE030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FC9A4A76-2C9F-486C-9663-6A30A022DE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8431DC7-D4CB-479A-AFA4-5B0C597A2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30755DA1-6F28-4612-A4A7-B915468C6D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4616ED79-5475-49E6-A5FE-8D9DB12FB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21DCEB47-7140-4682-8DBF-7667BE28F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EA931BD3-5A56-42F2-B6B5-647B28D1CF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820E4C8E-4190-498D-9556-6DA668A81F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54B2F30F-0B57-4D60-A087-CD6A471F68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C5E8C73-ED41-4214-AEE6-3C5F493846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B1F94534-FE3E-476C-870B-E714E4A66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8DE6C1B0-4D58-4937-B2B7-B1207CA18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8" name="Content Placeholder 21">
            <a:extLst>
              <a:ext uri="{FF2B5EF4-FFF2-40B4-BE49-F238E27FC236}">
                <a16:creationId xmlns:a16="http://schemas.microsoft.com/office/drawing/2014/main" id="{5E46C932-7BCA-4C5C-541E-C675782DD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270" y="1130846"/>
            <a:ext cx="4974771" cy="435133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“Meet Lumo, a character created to express the idea of light , growth and transformation”</a:t>
            </a:r>
          </a:p>
          <a:p>
            <a:r>
              <a:rPr lang="en-US" sz="2400" dirty="0">
                <a:solidFill>
                  <a:schemeClr val="bg1"/>
                </a:solidFill>
              </a:rPr>
              <a:t>“Lumo represents an imaginative being that glows from within – symbolizes creativity emerging from darkness”</a:t>
            </a:r>
          </a:p>
          <a:p>
            <a:r>
              <a:rPr lang="en-US" sz="2400" dirty="0">
                <a:solidFill>
                  <a:schemeClr val="bg1"/>
                </a:solidFill>
              </a:rPr>
              <a:t>“through Lumo I explored proportions , expression and how design can communicate beyond words”</a:t>
            </a:r>
          </a:p>
          <a:p>
            <a:endParaRPr lang="en-US" sz="1400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4BFFAF-93F8-A8CD-D535-4AD650695D2F}"/>
              </a:ext>
            </a:extLst>
          </p:cNvPr>
          <p:cNvSpPr txBox="1"/>
          <p:nvPr/>
        </p:nvSpPr>
        <p:spPr>
          <a:xfrm>
            <a:off x="144760" y="6389775"/>
            <a:ext cx="3775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“Where imagination begins to glow.”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07901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25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0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75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Rectangle 193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4E138C-8810-C4E1-9B6E-A201E44F4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6784" y="396117"/>
            <a:ext cx="5217172" cy="1158857"/>
          </a:xfrm>
        </p:spPr>
        <p:txBody>
          <a:bodyPr anchor="b">
            <a:norm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TRANSFORMING 2D SPACES OF LUMO INTO 3D CLAY FORM</a:t>
            </a:r>
          </a:p>
        </p:txBody>
      </p:sp>
      <p:pic>
        <p:nvPicPr>
          <p:cNvPr id="5" name="Content Placeholder 4" descr="A close up of a rock&#10;&#10;AI-generated content may be incorrect.">
            <a:extLst>
              <a:ext uri="{FF2B5EF4-FFF2-40B4-BE49-F238E27FC236}">
                <a16:creationId xmlns:a16="http://schemas.microsoft.com/office/drawing/2014/main" id="{B75B8A6A-01D2-A650-26F5-BBEA6E29DC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" r="-2" b="48966"/>
          <a:stretch>
            <a:fillRect/>
          </a:stretch>
        </p:blipFill>
        <p:spPr>
          <a:xfrm>
            <a:off x="1526293" y="622338"/>
            <a:ext cx="2925741" cy="2647811"/>
          </a:xfrm>
          <a:prstGeom prst="rect">
            <a:avLst/>
          </a:prstGeom>
        </p:spPr>
      </p:pic>
      <p:grpSp>
        <p:nvGrpSpPr>
          <p:cNvPr id="195" name="Graphic 190">
            <a:extLst>
              <a:ext uri="{FF2B5EF4-FFF2-40B4-BE49-F238E27FC236}">
                <a16:creationId xmlns:a16="http://schemas.microsoft.com/office/drawing/2014/main" id="{A0AD230C-F2F1-4A9E-8B97-584473C0E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8994" y="1420258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30434D9-2CD2-4FFE-AE02-D67B3FE059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4436E61-5829-49BD-A36C-155A102AD0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96" name="Graphic 212">
            <a:extLst>
              <a:ext uri="{FF2B5EF4-FFF2-40B4-BE49-F238E27FC236}">
                <a16:creationId xmlns:a16="http://schemas.microsoft.com/office/drawing/2014/main" id="{FEED861F-CCB5-4C5C-B30B-A67DD2975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1813" y="806650"/>
            <a:ext cx="932200" cy="932200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F77C4D01-899C-430C-B96D-4E85CD4BA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1813" y="806650"/>
            <a:ext cx="932200" cy="932200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pic>
        <p:nvPicPr>
          <p:cNvPr id="7" name="Picture 6" descr="A white clay cube with holes in it&#10;&#10;AI-generated content may be incorrect.">
            <a:extLst>
              <a:ext uri="{FF2B5EF4-FFF2-40B4-BE49-F238E27FC236}">
                <a16:creationId xmlns:a16="http://schemas.microsoft.com/office/drawing/2014/main" id="{FFABC073-D0C2-C78B-3B2C-3BA35D01DE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28" r="2" b="17869"/>
          <a:stretch>
            <a:fillRect/>
          </a:stretch>
        </p:blipFill>
        <p:spPr>
          <a:xfrm>
            <a:off x="1512172" y="3587851"/>
            <a:ext cx="2925741" cy="2647811"/>
          </a:xfrm>
          <a:prstGeom prst="rect">
            <a:avLst/>
          </a:prstGeom>
        </p:spPr>
      </p:pic>
      <p:sp>
        <p:nvSpPr>
          <p:cNvPr id="197" name="Content Placeholder 10">
            <a:extLst>
              <a:ext uri="{FF2B5EF4-FFF2-40B4-BE49-F238E27FC236}">
                <a16:creationId xmlns:a16="http://schemas.microsoft.com/office/drawing/2014/main" id="{164AADB5-09D8-E151-A2DF-9DF1C7B754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6783" y="1747592"/>
            <a:ext cx="5217173" cy="4351338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bg1"/>
                </a:solidFill>
              </a:rPr>
              <a:t>“In this phase, I translated Lumo`s 2D design sketches into a 3D clay model”</a:t>
            </a:r>
          </a:p>
          <a:p>
            <a:r>
              <a:rPr lang="en-US" dirty="0">
                <a:solidFill>
                  <a:schemeClr val="bg1"/>
                </a:solidFill>
              </a:rPr>
              <a:t>“the goal was to explore how Lumo`s spatial qualities – light, movement and voids – could exist in real form”</a:t>
            </a:r>
          </a:p>
          <a:p>
            <a:r>
              <a:rPr lang="en-US" dirty="0">
                <a:solidFill>
                  <a:schemeClr val="bg1"/>
                </a:solidFill>
              </a:rPr>
              <a:t>“I focused on converting its abstract shapes into physical volumes while keeping the sense of inner glow”</a:t>
            </a:r>
          </a:p>
        </p:txBody>
      </p:sp>
      <p:grpSp>
        <p:nvGrpSpPr>
          <p:cNvPr id="198" name="Graphic 4">
            <a:extLst>
              <a:ext uri="{FF2B5EF4-FFF2-40B4-BE49-F238E27FC236}">
                <a16:creationId xmlns:a16="http://schemas.microsoft.com/office/drawing/2014/main" id="{1184B901-2502-42F7-B6E1-13651AE05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38599" y="4912973"/>
            <a:ext cx="1443404" cy="1443428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AD88793F-E99D-4934-BE32-3045302EE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D227D46B-1058-4251-A39F-9361D51D9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6CC86CF-119A-4B45-BA2B-782707C2EB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86D6694-09E2-4F0F-9847-F071D6E6F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C026A13-9FDF-437E-97FD-239BCA23CB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CC789C-A5C7-4B13-AA57-CE3422F842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737D83C-FE40-4043-B578-93346B3A42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762F7ED-C9CB-43B3-A6B4-788BF3A356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5BCE3537-0B60-49B0-B944-3394C6FAEB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D63E2E2-7628-4D04-B402-95AF3E4D80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BE6AE619-C5D7-4384-8C9B-D7C20C072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C60D6249-EE14-48E8-A4D4-76C866D616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C7F81F2F-CD18-4450-B0C3-DE18E95EEC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E3E9DB61-5211-4057-8987-44288F162B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344F4FC-CCE7-43DF-93E8-7B59187FF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3C9DBFF-F8A1-4CC0-83FB-F02095D0B7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E8841E30-ED90-482C-8E83-15A3C62EE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D4C36012-7833-44E5-AF6A-16F061AF6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1A5FB616-644E-4AA6-A1A5-2A133FF5BE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33788DEB-82C9-4FFD-BB7E-C4F79F0B0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6C7DC16-1C97-4F53-B990-41583AE249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2B8B094C-797D-4970-B11A-56CB6D3BC0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5467AC8E-502F-4AD9-B8EC-7CF01ED11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0664D7E8-21B8-4A54-A1D3-B741777B6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1B41E89E-3098-490D-8BFD-1EAC178080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E8C5C467-1C36-4754-9E4C-7E073A6D6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1886416B-1EB8-4C63-98D3-2ED4C8AB67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887E7ABA-1C27-4ECB-A0F2-9F627CF13A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CB623774-F1A4-47BD-B3D0-731368FE9F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DBCF3C89-4A49-4B99-9E61-9C393B4604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D6A8371-6F09-42D3-BFE7-C02DAF334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59CB83F-3F7F-462F-B600-5E7146BA75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79CD358-A896-4293-98D8-73B646120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73054398-60F8-4F9B-8159-56E8437EF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350BA358-E733-457F-A3B6-DEDA2D1AEC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10FDD4AE-5D4F-4151-9A77-FAEDE47B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F4F80DDF-0EF5-4387-958B-A97581EF8B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C0F3EFA1-B891-46DA-933A-4F4D0C1D0D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711F210-A3FF-4CF2-AA5D-49BBAFBB3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A4882AE-036C-4D19-BB4E-EECFFAE3EB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BA6F9AC5-05EA-41B4-B2F3-D2AD9614CB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2151E501-586A-4259-A46B-9C82159A74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155219E5-BDDF-419A-B20F-719CC3D63E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B2498AB5-440A-4DA7-B709-6BBE83E14D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6A509E5B-EB47-4D17-B66B-00000E289A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1C563AD2-2231-4A45-8533-7F162D9995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B59B6894-D66A-4C55-AC77-313AAC3C1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C31484FA-4EC8-4615-8E01-6F843BFB2B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F3DF5265-CD38-4DAA-BEEB-4AEE3646E4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4B70D584-4897-4BD4-A7D9-EE0341AE07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B89EE42F-1FF5-41F9-897F-3EBF7D124F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8A9E84C-712D-440F-9E49-8D998C247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C135AC6-2CAB-4DCC-8717-74963491C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238100A4-9D21-4283-B22C-2DFC19ACEA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9DE80AD-8138-4977-ACF4-A760A74FD9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1B603A1D-520C-4248-B3AF-A6576BE741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0804202A-6406-4928-B315-5B77DE2EE5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E227203-EC63-4E0E-94E4-1BD995AD8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B301A5E-419D-447A-A864-586F78320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3AD8D7E1-B7CE-4913-A223-566B3B582A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89E65440-0DC7-47C7-AEC6-AF592082F3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334A0477-AC62-460E-8DF5-83B40AB9B0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77122425-98E2-4536-9F31-F0B7D9BD3C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F81D1B41-2171-4C76-AF7E-4BF1C6F111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E42F748-E2AD-451F-B2BF-7B386A943A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E1532B74-E439-40A7-A473-CB6407D952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5A7F2BF3-54AE-4669-93D3-926195FE5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191CF669-2D21-4580-AAEF-B28B7E50F5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7FBBF91-F322-43A1-A605-A69402A095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38D4E36-1F7F-48D0-9882-91CA3E655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BA39927-855E-4C3E-96FB-3910D01D61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491BC796-66FF-47E5-AC45-F33EC46100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F1EE308C-6C13-43C4-A4F5-A0C4F272B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00D7BEDD-9DE0-4325-A634-AB0E259269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11D1B3D7-CE9E-42CA-B32D-A0C201E392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0E2128CE-1AA6-4A04-8267-A1B6AF2EB6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EAC7405-BE09-424F-BC52-A4A597F95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78C19306-1DB5-4161-8617-9003A7367A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D2CD845E-9F6E-47ED-9A94-B58F8DB9F1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96164C07-3CE0-4DE9-ADBA-E5BCF9733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2D8763AD-BAC5-4D8C-B291-1C3713EE2A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0A568591-52C9-4BBD-8BEA-6E788C0BF1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A8BBBC57-48DC-4DE2-9919-3D37EB90A6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894C3FA-F077-4C23-B592-08FE0EDB65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6C25930A-33A9-4793-8EC8-CDFAE240A7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210B92D1-1C5A-45E6-BE34-8447A9179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81D8896F-81C6-4F10-A13F-4307E35A46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4F03213F-A82D-4FC4-BBFF-69F9C4482E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610F9612-8DBC-4889-BF7C-74D4005A9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46442812-97CF-4BD0-AB8A-58E6060A1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184D774A-5C6A-456C-AE90-26D2E27007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CD7C9483-2BF2-4E4F-BD15-58F7EC10A9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AA00AA30-5552-4EBE-BE1A-2FCFE86B01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6551D11E-EFAE-4045-8123-48BF3F9F7E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0E626591-A65E-46D1-9BC5-0696D3A6BE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57995A8B-1A24-40F3-AB16-ACBD669AB8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B21FF23-D68F-49C6-B2FC-E7557D53B2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07EF2FE-2E53-4DA9-B75B-EB9BC6059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C283410F-AC2F-4284-9584-D62D084B52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A1D2921-7CFF-4451-82C7-DDB96E74B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120A7506-F2CF-41E4-A73E-739108654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20375791-8017-43D6-AB49-D44B9545CA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B4A3C1C-1450-4E3D-9F32-8DFDFFE337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085DBDF-1063-49D6-B696-640EA6DD8D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5E18E380-E552-4675-BBD2-38FF8FA395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A7A5BEB3-C0FA-42E7-9117-EDE8539EB5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3A2F4397-C7F2-44F5-9537-FBE540437D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14F258C5-A1D8-4A24-8D5E-2910DF6EBC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ABE4F60F-94C0-4E0F-87DC-375FB4D81D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86F61EC7-1295-414F-B78A-4D860D60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BDE79F0E-5EF9-45E6-889D-AD68EE0A7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26CAB8C2-9385-4E9B-84FE-17216134B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3F553870-294B-4CAA-9BED-743A21E10B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8ADEDC40-D8F0-4313-B7F4-93ED77A7A4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4E7D39B-5532-41C6-8111-63A7C788F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5A0562BA-738B-4844-BA9A-BF0846E3FE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581DE754-2346-4952-A2A5-0226EF158C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FED80020-2957-45DA-AF30-35F3EAEDA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23126-A2FF-4172-81F5-721C496482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65C8C68F-0273-4B8E-9FD5-6E4F5E171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22AEE008-8531-4A26-AD8A-47E0D9C39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CF2A62EB-4037-469E-A6BE-CCE8BB74AE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9DF7AC2B-B55E-43DA-929C-5F5963D2F0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0C65E55-823D-4DAD-9245-85204B9E60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11D02822-B081-4809-AE14-B815E130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6F57C050-3FE5-43E5-BBC1-3833A06C6E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2C1BCBF3-63E4-4905-80C1-77ADD585B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47E5F4B-9F8F-45D7-8061-F8BE9686BA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D727A4EA-54D7-4C09-ADD3-426B2D4929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8BE8742F-6925-4467-BDE2-04293902B8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DBA6F7B0-490F-4AB1-B90A-0FC04A2942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A838C6CF-5117-4E96-AC86-63472B56F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FAC9328B-117B-4AEB-99DF-5654E2F9D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55C5EAF-BAAA-40C5-8911-9FBC412794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84E6C132-665D-4532-BE05-648B18EEF7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59EF90CA-CF64-4B01-8FC6-2C001AA29D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58352722-95E6-43E3-AA93-9416AB98F4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9BABFDBB-2E47-4AD3-8EC4-C580E97133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8CBCBD1B-CE75-446E-B1E9-86E838AFD5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53EE8C76-5CE4-4E6D-A34D-342E0F752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F079374E-A4E3-4516-ACBA-4B392A654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8165A7C6-907C-4B71-A9E3-58EC3F28B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48386427-C9A8-4E81-BF4B-450FFF8BA5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A54D4E37-213B-43B7-932B-BDFB6575EB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BCE5BE09-518D-4D74-AA7D-28181B146D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5D3C5F47-2854-46C9-BDF7-CEA0606E36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7A7F5432-BDFB-4311-A4A2-E1C0318DA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5AF4A34E-1587-4319-9DDC-1C5DE43B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8A3076E2-1BAD-4A1B-9737-AF3BAF967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A51F02D-F9D9-4DDC-BE37-EE176D8199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175E0E4B-EE9B-4F2B-B07F-B1AA2A8FF4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F65E95D-F230-4CB4-9708-D8DD731771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552583DC-4906-4844-9931-CA77071E0E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5F54635-332F-456D-983F-80E73231E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89C8A10A-060B-446D-ADE1-7B0C23E52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D81E9757-D7AC-4ED4-980A-0BD763CA21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E965CC30-A4D6-4C8E-9EAD-DBC1508767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25A950C2-CA46-4CC3-A0CA-CCDF2F7C14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B1362684-FEF2-4D08-A6BC-08712C09AB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F42DD12E-7DF2-477C-A13A-82892CF32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20FF5D3-8A79-40EE-8C34-58DC26982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E27E87EA-E072-464D-8336-7294018029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8A53D000-E827-4764-AB5E-736F39688F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ED12E1D5-0FC5-4DEB-A638-272A08AE06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2B1F6A97-A5B7-46FF-ACCA-A914AB1CD3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2626DCAF-FABD-4345-A36E-F8A6D4388E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AA6CD66A-1BBB-4AF5-965B-A037016E64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D3B30AA1-97BD-4F8D-ADD2-F0BD6CFCE0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1C5D8DDC-65BF-4C46-9089-9E6810993B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2879BD8-8353-F320-DFDF-F85AFB638B91}"/>
              </a:ext>
            </a:extLst>
          </p:cNvPr>
          <p:cNvSpPr txBox="1"/>
          <p:nvPr/>
        </p:nvSpPr>
        <p:spPr>
          <a:xfrm>
            <a:off x="0" y="6462853"/>
            <a:ext cx="4940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Follow my creative journey  @through-arch-eyes</a:t>
            </a:r>
          </a:p>
        </p:txBody>
      </p:sp>
    </p:spTree>
    <p:extLst>
      <p:ext uri="{BB962C8B-B14F-4D97-AF65-F5344CB8AC3E}">
        <p14:creationId xmlns:p14="http://schemas.microsoft.com/office/powerpoint/2010/main" val="5611928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75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97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1107</TotalTime>
  <Words>209</Words>
  <Application>Microsoft Office PowerPoint</Application>
  <PresentationFormat>Widescreen</PresentationFormat>
  <Paragraphs>19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DESIGN JOURNEY 2025</vt:lpstr>
      <vt:lpstr>EXPLORING FORMS THROUGH PAPER MODELS </vt:lpstr>
      <vt:lpstr>CHARACTER EXPLORATION – “LUMO”</vt:lpstr>
      <vt:lpstr>TRANSFORMING 2D SPACES OF LUMO INTO 3D CLAY FORM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aima ayema</dc:creator>
  <cp:lastModifiedBy>aima ayema</cp:lastModifiedBy>
  <cp:revision>3</cp:revision>
  <dcterms:created xsi:type="dcterms:W3CDTF">2025-10-25T12:12:12Z</dcterms:created>
  <dcterms:modified xsi:type="dcterms:W3CDTF">2025-12-07T13:51:29Z</dcterms:modified>
</cp:coreProperties>
</file>